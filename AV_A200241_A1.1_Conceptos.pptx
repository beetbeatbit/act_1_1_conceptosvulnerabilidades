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18288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29479" y="3578068"/>
            <a:ext cx="6679565" cy="215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18120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312400" y="5688873"/>
            <a:ext cx="6236334" cy="305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rgbClr val="18120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rgbClr val="18120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18120C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rgbClr val="18120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ECE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9079" y="853408"/>
            <a:ext cx="11968655" cy="87621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005655" y="2679582"/>
            <a:ext cx="5300345" cy="5505450"/>
          </a:xfrm>
          <a:custGeom>
            <a:avLst/>
            <a:gdLst/>
            <a:ahLst/>
            <a:cxnLst/>
            <a:rect l="l" t="t" r="r" b="b"/>
            <a:pathLst>
              <a:path w="5300345" h="5505450">
                <a:moveTo>
                  <a:pt x="2270899" y="5480376"/>
                </a:moveTo>
                <a:lnTo>
                  <a:pt x="2228098" y="5502065"/>
                </a:lnTo>
                <a:lnTo>
                  <a:pt x="2210085" y="5505021"/>
                </a:lnTo>
                <a:lnTo>
                  <a:pt x="2203354" y="5498777"/>
                </a:lnTo>
                <a:lnTo>
                  <a:pt x="2202775" y="5483319"/>
                </a:lnTo>
                <a:lnTo>
                  <a:pt x="2208189" y="5476945"/>
                </a:lnTo>
                <a:lnTo>
                  <a:pt x="2215334" y="5475893"/>
                </a:lnTo>
                <a:lnTo>
                  <a:pt x="2217834" y="5474919"/>
                </a:lnTo>
                <a:lnTo>
                  <a:pt x="2223690" y="5472313"/>
                </a:lnTo>
                <a:lnTo>
                  <a:pt x="2234077" y="5467294"/>
                </a:lnTo>
                <a:lnTo>
                  <a:pt x="2257275" y="5455391"/>
                </a:lnTo>
                <a:lnTo>
                  <a:pt x="2266032" y="5458136"/>
                </a:lnTo>
                <a:lnTo>
                  <a:pt x="2273270" y="5472045"/>
                </a:lnTo>
                <a:lnTo>
                  <a:pt x="2270899" y="5480376"/>
                </a:lnTo>
                <a:close/>
              </a:path>
              <a:path w="5300345" h="5505450">
                <a:moveTo>
                  <a:pt x="4041790" y="4418665"/>
                </a:moveTo>
                <a:lnTo>
                  <a:pt x="4034942" y="4422858"/>
                </a:lnTo>
                <a:lnTo>
                  <a:pt x="4026023" y="4420713"/>
                </a:lnTo>
                <a:lnTo>
                  <a:pt x="4017637" y="4407075"/>
                </a:lnTo>
                <a:lnTo>
                  <a:pt x="4019769" y="4398163"/>
                </a:lnTo>
                <a:lnTo>
                  <a:pt x="4044193" y="4383023"/>
                </a:lnTo>
                <a:lnTo>
                  <a:pt x="4096402" y="4349772"/>
                </a:lnTo>
                <a:lnTo>
                  <a:pt x="4103384" y="4345496"/>
                </a:lnTo>
                <a:lnTo>
                  <a:pt x="4112178" y="4347487"/>
                </a:lnTo>
                <a:lnTo>
                  <a:pt x="4120789" y="4360850"/>
                </a:lnTo>
                <a:lnTo>
                  <a:pt x="4118843" y="4369819"/>
                </a:lnTo>
                <a:lnTo>
                  <a:pt x="4059518" y="4407659"/>
                </a:lnTo>
                <a:lnTo>
                  <a:pt x="4041790" y="4418665"/>
                </a:lnTo>
                <a:close/>
              </a:path>
              <a:path w="5300345" h="5505450">
                <a:moveTo>
                  <a:pt x="4346188" y="4227842"/>
                </a:moveTo>
                <a:lnTo>
                  <a:pt x="4339353" y="4232027"/>
                </a:lnTo>
                <a:lnTo>
                  <a:pt x="4330433" y="4229883"/>
                </a:lnTo>
                <a:lnTo>
                  <a:pt x="4322048" y="4216244"/>
                </a:lnTo>
                <a:lnTo>
                  <a:pt x="4324176" y="4207300"/>
                </a:lnTo>
                <a:lnTo>
                  <a:pt x="4390665" y="4166349"/>
                </a:lnTo>
                <a:lnTo>
                  <a:pt x="4401224" y="4159618"/>
                </a:lnTo>
                <a:lnTo>
                  <a:pt x="4408205" y="4155343"/>
                </a:lnTo>
                <a:lnTo>
                  <a:pt x="4416999" y="4157333"/>
                </a:lnTo>
                <a:lnTo>
                  <a:pt x="4425599" y="4170704"/>
                </a:lnTo>
                <a:lnTo>
                  <a:pt x="4423666" y="4179695"/>
                </a:lnTo>
                <a:lnTo>
                  <a:pt x="4406081" y="4190930"/>
                </a:lnTo>
                <a:lnTo>
                  <a:pt x="4346188" y="4227842"/>
                </a:lnTo>
                <a:close/>
              </a:path>
              <a:path w="5300345" h="5505450">
                <a:moveTo>
                  <a:pt x="3504256" y="4742349"/>
                </a:moveTo>
                <a:lnTo>
                  <a:pt x="3497431" y="4746529"/>
                </a:lnTo>
                <a:lnTo>
                  <a:pt x="3419212" y="4793332"/>
                </a:lnTo>
                <a:lnTo>
                  <a:pt x="3410305" y="4791046"/>
                </a:lnTo>
                <a:lnTo>
                  <a:pt x="3402193" y="4777309"/>
                </a:lnTo>
                <a:lnTo>
                  <a:pt x="3404397" y="4768516"/>
                </a:lnTo>
                <a:lnTo>
                  <a:pt x="3411331" y="4764270"/>
                </a:lnTo>
                <a:lnTo>
                  <a:pt x="3488874" y="4717747"/>
                </a:lnTo>
                <a:lnTo>
                  <a:pt x="3497930" y="4719843"/>
                </a:lnTo>
                <a:lnTo>
                  <a:pt x="3506291" y="4733496"/>
                </a:lnTo>
                <a:lnTo>
                  <a:pt x="3504256" y="4742349"/>
                </a:lnTo>
                <a:close/>
              </a:path>
              <a:path w="5300345" h="5505450">
                <a:moveTo>
                  <a:pt x="3183351" y="4904142"/>
                </a:moveTo>
                <a:lnTo>
                  <a:pt x="3130788" y="4936330"/>
                </a:lnTo>
                <a:lnTo>
                  <a:pt x="3175229" y="4908684"/>
                </a:lnTo>
                <a:lnTo>
                  <a:pt x="3181828" y="4903680"/>
                </a:lnTo>
                <a:lnTo>
                  <a:pt x="3183351" y="4904142"/>
                </a:lnTo>
                <a:close/>
              </a:path>
              <a:path w="5300345" h="5505450">
                <a:moveTo>
                  <a:pt x="3145942" y="4961071"/>
                </a:moveTo>
                <a:lnTo>
                  <a:pt x="3113085" y="4981026"/>
                </a:lnTo>
                <a:lnTo>
                  <a:pt x="3104145" y="4978825"/>
                </a:lnTo>
                <a:lnTo>
                  <a:pt x="3095869" y="4965123"/>
                </a:lnTo>
                <a:lnTo>
                  <a:pt x="3099226" y="4956389"/>
                </a:lnTo>
                <a:lnTo>
                  <a:pt x="3104892" y="4952055"/>
                </a:lnTo>
                <a:lnTo>
                  <a:pt x="3183351" y="4904142"/>
                </a:lnTo>
                <a:lnTo>
                  <a:pt x="3190970" y="4906455"/>
                </a:lnTo>
                <a:lnTo>
                  <a:pt x="3199497" y="4920002"/>
                </a:lnTo>
                <a:lnTo>
                  <a:pt x="3197471" y="4928952"/>
                </a:lnTo>
                <a:lnTo>
                  <a:pt x="3145942" y="4961071"/>
                </a:lnTo>
                <a:close/>
              </a:path>
              <a:path w="5300345" h="5505450">
                <a:moveTo>
                  <a:pt x="2584024" y="5303611"/>
                </a:moveTo>
                <a:lnTo>
                  <a:pt x="2577068" y="5307871"/>
                </a:lnTo>
                <a:lnTo>
                  <a:pt x="2558464" y="5318696"/>
                </a:lnTo>
                <a:lnTo>
                  <a:pt x="2497788" y="5352996"/>
                </a:lnTo>
                <a:lnTo>
                  <a:pt x="2488953" y="5350500"/>
                </a:lnTo>
                <a:lnTo>
                  <a:pt x="2481119" y="5336491"/>
                </a:lnTo>
                <a:lnTo>
                  <a:pt x="2483544" y="5328164"/>
                </a:lnTo>
                <a:lnTo>
                  <a:pt x="2490629" y="5323758"/>
                </a:lnTo>
                <a:lnTo>
                  <a:pt x="2543911" y="5293587"/>
                </a:lnTo>
                <a:lnTo>
                  <a:pt x="2569283" y="5278783"/>
                </a:lnTo>
                <a:lnTo>
                  <a:pt x="2578171" y="5281114"/>
                </a:lnTo>
                <a:lnTo>
                  <a:pt x="2586233" y="5294852"/>
                </a:lnTo>
                <a:lnTo>
                  <a:pt x="2584024" y="5303611"/>
                </a:lnTo>
                <a:close/>
              </a:path>
              <a:path w="5300345" h="5505450">
                <a:moveTo>
                  <a:pt x="2883364" y="5120008"/>
                </a:moveTo>
                <a:lnTo>
                  <a:pt x="2805128" y="5166322"/>
                </a:lnTo>
                <a:lnTo>
                  <a:pt x="2796224" y="5164069"/>
                </a:lnTo>
                <a:lnTo>
                  <a:pt x="2788085" y="5150345"/>
                </a:lnTo>
                <a:lnTo>
                  <a:pt x="2790278" y="5141528"/>
                </a:lnTo>
                <a:lnTo>
                  <a:pt x="2797198" y="5137290"/>
                </a:lnTo>
                <a:lnTo>
                  <a:pt x="2875446" y="5090969"/>
                </a:lnTo>
                <a:lnTo>
                  <a:pt x="2884338" y="5093230"/>
                </a:lnTo>
                <a:lnTo>
                  <a:pt x="2892475" y="5106951"/>
                </a:lnTo>
                <a:lnTo>
                  <a:pt x="2890282" y="5115769"/>
                </a:lnTo>
                <a:lnTo>
                  <a:pt x="2883364" y="5120008"/>
                </a:lnTo>
                <a:close/>
              </a:path>
              <a:path w="5300345" h="5505450">
                <a:moveTo>
                  <a:pt x="4727943" y="3989913"/>
                </a:moveTo>
                <a:lnTo>
                  <a:pt x="4720936" y="3994201"/>
                </a:lnTo>
                <a:lnTo>
                  <a:pt x="4641661" y="4039058"/>
                </a:lnTo>
                <a:lnTo>
                  <a:pt x="4632813" y="4036601"/>
                </a:lnTo>
                <a:lnTo>
                  <a:pt x="4624925" y="4022631"/>
                </a:lnTo>
                <a:lnTo>
                  <a:pt x="4628219" y="4013803"/>
                </a:lnTo>
                <a:lnTo>
                  <a:pt x="4634352" y="4009847"/>
                </a:lnTo>
                <a:lnTo>
                  <a:pt x="4713317" y="3965080"/>
                </a:lnTo>
                <a:lnTo>
                  <a:pt x="4722193" y="3967453"/>
                </a:lnTo>
                <a:lnTo>
                  <a:pt x="4730167" y="3981209"/>
                </a:lnTo>
                <a:lnTo>
                  <a:pt x="4727943" y="3989913"/>
                </a:lnTo>
                <a:close/>
              </a:path>
              <a:path w="5300345" h="5505450">
                <a:moveTo>
                  <a:pt x="3802036" y="4556610"/>
                </a:moveTo>
                <a:lnTo>
                  <a:pt x="3723610" y="4602642"/>
                </a:lnTo>
                <a:lnTo>
                  <a:pt x="3714716" y="4600349"/>
                </a:lnTo>
                <a:lnTo>
                  <a:pt x="3706582" y="4586523"/>
                </a:lnTo>
                <a:lnTo>
                  <a:pt x="3709279" y="4577829"/>
                </a:lnTo>
                <a:lnTo>
                  <a:pt x="3715794" y="4573574"/>
                </a:lnTo>
                <a:lnTo>
                  <a:pt x="3794195" y="4527558"/>
                </a:lnTo>
                <a:lnTo>
                  <a:pt x="3803089" y="4529850"/>
                </a:lnTo>
                <a:lnTo>
                  <a:pt x="3811188" y="4543565"/>
                </a:lnTo>
                <a:lnTo>
                  <a:pt x="3808982" y="4552356"/>
                </a:lnTo>
                <a:lnTo>
                  <a:pt x="3802036" y="4556610"/>
                </a:lnTo>
                <a:close/>
              </a:path>
              <a:path w="5300345" h="5505450">
                <a:moveTo>
                  <a:pt x="4954778" y="3845958"/>
                </a:moveTo>
                <a:lnTo>
                  <a:pt x="4947853" y="3850199"/>
                </a:lnTo>
                <a:lnTo>
                  <a:pt x="4939001" y="3848142"/>
                </a:lnTo>
                <a:lnTo>
                  <a:pt x="4930504" y="3834644"/>
                </a:lnTo>
                <a:lnTo>
                  <a:pt x="4932531" y="3825694"/>
                </a:lnTo>
                <a:lnTo>
                  <a:pt x="5009297" y="3777058"/>
                </a:lnTo>
                <a:lnTo>
                  <a:pt x="5016088" y="3772634"/>
                </a:lnTo>
                <a:lnTo>
                  <a:pt x="5025018" y="3774739"/>
                </a:lnTo>
                <a:lnTo>
                  <a:pt x="5033636" y="3788268"/>
                </a:lnTo>
                <a:lnTo>
                  <a:pt x="5031635" y="3797233"/>
                </a:lnTo>
                <a:lnTo>
                  <a:pt x="4954778" y="3845958"/>
                </a:lnTo>
                <a:close/>
              </a:path>
              <a:path w="5300345" h="5505450">
                <a:moveTo>
                  <a:pt x="5257249" y="3650899"/>
                </a:moveTo>
                <a:lnTo>
                  <a:pt x="5250282" y="3655162"/>
                </a:lnTo>
                <a:lnTo>
                  <a:pt x="5241686" y="3653384"/>
                </a:lnTo>
                <a:lnTo>
                  <a:pt x="5232756" y="3640379"/>
                </a:lnTo>
                <a:lnTo>
                  <a:pt x="5234433" y="3631347"/>
                </a:lnTo>
                <a:lnTo>
                  <a:pt x="5241050" y="3626828"/>
                </a:lnTo>
                <a:lnTo>
                  <a:pt x="5257194" y="3615561"/>
                </a:lnTo>
                <a:lnTo>
                  <a:pt x="5266794" y="3608531"/>
                </a:lnTo>
                <a:lnTo>
                  <a:pt x="5271526" y="3604793"/>
                </a:lnTo>
                <a:lnTo>
                  <a:pt x="5273062" y="3603405"/>
                </a:lnTo>
                <a:lnTo>
                  <a:pt x="5278506" y="3597680"/>
                </a:lnTo>
                <a:lnTo>
                  <a:pt x="5287575" y="3597110"/>
                </a:lnTo>
                <a:lnTo>
                  <a:pt x="5299245" y="3607406"/>
                </a:lnTo>
                <a:lnTo>
                  <a:pt x="5300236" y="3615968"/>
                </a:lnTo>
                <a:lnTo>
                  <a:pt x="5295314" y="3622006"/>
                </a:lnTo>
                <a:lnTo>
                  <a:pt x="5292598" y="3624873"/>
                </a:lnTo>
                <a:lnTo>
                  <a:pt x="5286779" y="3629757"/>
                </a:lnTo>
                <a:lnTo>
                  <a:pt x="5275763" y="3637950"/>
                </a:lnTo>
                <a:lnTo>
                  <a:pt x="5257249" y="3650899"/>
                </a:lnTo>
                <a:close/>
              </a:path>
              <a:path w="5300345" h="5505450">
                <a:moveTo>
                  <a:pt x="61405" y="1887376"/>
                </a:moveTo>
                <a:lnTo>
                  <a:pt x="25364" y="1904928"/>
                </a:lnTo>
                <a:lnTo>
                  <a:pt x="7390" y="1907927"/>
                </a:lnTo>
                <a:lnTo>
                  <a:pt x="632" y="1901716"/>
                </a:lnTo>
                <a:lnTo>
                  <a:pt x="0" y="1886253"/>
                </a:lnTo>
                <a:lnTo>
                  <a:pt x="5338" y="1879861"/>
                </a:lnTo>
                <a:lnTo>
                  <a:pt x="12535" y="1878761"/>
                </a:lnTo>
                <a:lnTo>
                  <a:pt x="15019" y="1877805"/>
                </a:lnTo>
                <a:lnTo>
                  <a:pt x="20908" y="1875198"/>
                </a:lnTo>
                <a:lnTo>
                  <a:pt x="31325" y="1870174"/>
                </a:lnTo>
                <a:lnTo>
                  <a:pt x="54491" y="1858266"/>
                </a:lnTo>
                <a:lnTo>
                  <a:pt x="63257" y="1861022"/>
                </a:lnTo>
                <a:lnTo>
                  <a:pt x="70514" y="1874933"/>
                </a:lnTo>
                <a:lnTo>
                  <a:pt x="68147" y="1883244"/>
                </a:lnTo>
                <a:lnTo>
                  <a:pt x="61405" y="1887376"/>
                </a:lnTo>
                <a:close/>
              </a:path>
              <a:path w="5300345" h="5505450">
                <a:moveTo>
                  <a:pt x="1839018" y="821528"/>
                </a:moveTo>
                <a:lnTo>
                  <a:pt x="1832170" y="825722"/>
                </a:lnTo>
                <a:lnTo>
                  <a:pt x="1823258" y="823589"/>
                </a:lnTo>
                <a:lnTo>
                  <a:pt x="1814866" y="809939"/>
                </a:lnTo>
                <a:lnTo>
                  <a:pt x="1817002" y="801007"/>
                </a:lnTo>
                <a:lnTo>
                  <a:pt x="1841426" y="785893"/>
                </a:lnTo>
                <a:lnTo>
                  <a:pt x="1893618" y="752643"/>
                </a:lnTo>
                <a:lnTo>
                  <a:pt x="1899953" y="747934"/>
                </a:lnTo>
                <a:lnTo>
                  <a:pt x="1909320" y="750237"/>
                </a:lnTo>
                <a:lnTo>
                  <a:pt x="1918018" y="763714"/>
                </a:lnTo>
                <a:lnTo>
                  <a:pt x="1916079" y="772695"/>
                </a:lnTo>
                <a:lnTo>
                  <a:pt x="1856751" y="810529"/>
                </a:lnTo>
                <a:lnTo>
                  <a:pt x="1839018" y="821528"/>
                </a:lnTo>
                <a:close/>
              </a:path>
              <a:path w="5300345" h="5505450">
                <a:moveTo>
                  <a:pt x="2143424" y="630717"/>
                </a:moveTo>
                <a:lnTo>
                  <a:pt x="2136586" y="634904"/>
                </a:lnTo>
                <a:lnTo>
                  <a:pt x="2127655" y="632767"/>
                </a:lnTo>
                <a:lnTo>
                  <a:pt x="2119286" y="619102"/>
                </a:lnTo>
                <a:lnTo>
                  <a:pt x="2121422" y="610170"/>
                </a:lnTo>
                <a:lnTo>
                  <a:pt x="2198543" y="562494"/>
                </a:lnTo>
                <a:lnTo>
                  <a:pt x="2205211" y="558659"/>
                </a:lnTo>
                <a:lnTo>
                  <a:pt x="2214255" y="560163"/>
                </a:lnTo>
                <a:lnTo>
                  <a:pt x="2222873" y="573692"/>
                </a:lnTo>
                <a:lnTo>
                  <a:pt x="2220893" y="582662"/>
                </a:lnTo>
                <a:lnTo>
                  <a:pt x="2214129" y="586970"/>
                </a:lnTo>
                <a:lnTo>
                  <a:pt x="2143424" y="630717"/>
                </a:lnTo>
                <a:close/>
              </a:path>
              <a:path w="5300345" h="5505450">
                <a:moveTo>
                  <a:pt x="1301492" y="1145225"/>
                </a:moveTo>
                <a:lnTo>
                  <a:pt x="1294667" y="1149404"/>
                </a:lnTo>
                <a:lnTo>
                  <a:pt x="1216441" y="1196195"/>
                </a:lnTo>
                <a:lnTo>
                  <a:pt x="1207541" y="1193922"/>
                </a:lnTo>
                <a:lnTo>
                  <a:pt x="1199429" y="1180185"/>
                </a:lnTo>
                <a:lnTo>
                  <a:pt x="1201633" y="1171392"/>
                </a:lnTo>
                <a:lnTo>
                  <a:pt x="1208567" y="1167145"/>
                </a:lnTo>
                <a:lnTo>
                  <a:pt x="1286130" y="1120628"/>
                </a:lnTo>
                <a:lnTo>
                  <a:pt x="1295166" y="1122719"/>
                </a:lnTo>
                <a:lnTo>
                  <a:pt x="1303527" y="1136372"/>
                </a:lnTo>
                <a:lnTo>
                  <a:pt x="1301492" y="1145225"/>
                </a:lnTo>
                <a:close/>
              </a:path>
              <a:path w="5300345" h="5505450">
                <a:moveTo>
                  <a:pt x="980961" y="1306772"/>
                </a:moveTo>
                <a:lnTo>
                  <a:pt x="928012" y="1339197"/>
                </a:lnTo>
                <a:lnTo>
                  <a:pt x="972473" y="1311555"/>
                </a:lnTo>
                <a:lnTo>
                  <a:pt x="978706" y="1305976"/>
                </a:lnTo>
                <a:lnTo>
                  <a:pt x="980961" y="1306772"/>
                </a:lnTo>
                <a:close/>
              </a:path>
              <a:path w="5300345" h="5505450">
                <a:moveTo>
                  <a:pt x="943163" y="1363939"/>
                </a:moveTo>
                <a:lnTo>
                  <a:pt x="910353" y="1383916"/>
                </a:lnTo>
                <a:lnTo>
                  <a:pt x="901429" y="1381740"/>
                </a:lnTo>
                <a:lnTo>
                  <a:pt x="893093" y="1368072"/>
                </a:lnTo>
                <a:lnTo>
                  <a:pt x="895256" y="1359157"/>
                </a:lnTo>
                <a:lnTo>
                  <a:pt x="980961" y="1306772"/>
                </a:lnTo>
                <a:lnTo>
                  <a:pt x="988202" y="1309330"/>
                </a:lnTo>
                <a:lnTo>
                  <a:pt x="996741" y="1322890"/>
                </a:lnTo>
                <a:lnTo>
                  <a:pt x="994702" y="1331848"/>
                </a:lnTo>
                <a:lnTo>
                  <a:pt x="965523" y="1350133"/>
                </a:lnTo>
                <a:lnTo>
                  <a:pt x="943163" y="1363939"/>
                </a:lnTo>
                <a:close/>
              </a:path>
              <a:path w="5300345" h="5505450">
                <a:moveTo>
                  <a:pt x="381260" y="1706486"/>
                </a:moveTo>
                <a:lnTo>
                  <a:pt x="374304" y="1710746"/>
                </a:lnTo>
                <a:lnTo>
                  <a:pt x="355699" y="1721570"/>
                </a:lnTo>
                <a:lnTo>
                  <a:pt x="295032" y="1755884"/>
                </a:lnTo>
                <a:lnTo>
                  <a:pt x="286189" y="1753376"/>
                </a:lnTo>
                <a:lnTo>
                  <a:pt x="278363" y="1739379"/>
                </a:lnTo>
                <a:lnTo>
                  <a:pt x="280350" y="1730337"/>
                </a:lnTo>
                <a:lnTo>
                  <a:pt x="287872" y="1726646"/>
                </a:lnTo>
                <a:lnTo>
                  <a:pt x="341148" y="1696465"/>
                </a:lnTo>
                <a:lnTo>
                  <a:pt x="366527" y="1681672"/>
                </a:lnTo>
                <a:lnTo>
                  <a:pt x="375407" y="1683991"/>
                </a:lnTo>
                <a:lnTo>
                  <a:pt x="383467" y="1697725"/>
                </a:lnTo>
                <a:lnTo>
                  <a:pt x="381260" y="1706486"/>
                </a:lnTo>
                <a:close/>
              </a:path>
              <a:path w="5300345" h="5505450">
                <a:moveTo>
                  <a:pt x="687518" y="1518644"/>
                </a:moveTo>
                <a:lnTo>
                  <a:pt x="680586" y="1522889"/>
                </a:lnTo>
                <a:lnTo>
                  <a:pt x="602355" y="1569183"/>
                </a:lnTo>
                <a:lnTo>
                  <a:pt x="593451" y="1566930"/>
                </a:lnTo>
                <a:lnTo>
                  <a:pt x="585305" y="1553193"/>
                </a:lnTo>
                <a:lnTo>
                  <a:pt x="587505" y="1544388"/>
                </a:lnTo>
                <a:lnTo>
                  <a:pt x="594425" y="1540151"/>
                </a:lnTo>
                <a:lnTo>
                  <a:pt x="672701" y="1493847"/>
                </a:lnTo>
                <a:lnTo>
                  <a:pt x="681587" y="1496128"/>
                </a:lnTo>
                <a:lnTo>
                  <a:pt x="689714" y="1509860"/>
                </a:lnTo>
                <a:lnTo>
                  <a:pt x="687518" y="1518644"/>
                </a:lnTo>
                <a:close/>
              </a:path>
              <a:path w="5300345" h="5505450">
                <a:moveTo>
                  <a:pt x="2525162" y="392816"/>
                </a:moveTo>
                <a:lnTo>
                  <a:pt x="2518168" y="397099"/>
                </a:lnTo>
                <a:lnTo>
                  <a:pt x="2438879" y="441932"/>
                </a:lnTo>
                <a:lnTo>
                  <a:pt x="2430032" y="439477"/>
                </a:lnTo>
                <a:lnTo>
                  <a:pt x="2422150" y="425517"/>
                </a:lnTo>
                <a:lnTo>
                  <a:pt x="2424916" y="415798"/>
                </a:lnTo>
                <a:lnTo>
                  <a:pt x="2431584" y="412745"/>
                </a:lnTo>
                <a:lnTo>
                  <a:pt x="2510561" y="367968"/>
                </a:lnTo>
                <a:lnTo>
                  <a:pt x="2519436" y="370341"/>
                </a:lnTo>
                <a:lnTo>
                  <a:pt x="2527401" y="384103"/>
                </a:lnTo>
                <a:lnTo>
                  <a:pt x="2525162" y="392816"/>
                </a:lnTo>
                <a:close/>
              </a:path>
              <a:path w="5300345" h="5505450">
                <a:moveTo>
                  <a:pt x="1606206" y="955239"/>
                </a:moveTo>
                <a:lnTo>
                  <a:pt x="1599259" y="959493"/>
                </a:lnTo>
                <a:lnTo>
                  <a:pt x="1520846" y="1005517"/>
                </a:lnTo>
                <a:lnTo>
                  <a:pt x="1511964" y="1003217"/>
                </a:lnTo>
                <a:lnTo>
                  <a:pt x="1503826" y="989411"/>
                </a:lnTo>
                <a:lnTo>
                  <a:pt x="1506841" y="981236"/>
                </a:lnTo>
                <a:lnTo>
                  <a:pt x="1513017" y="976457"/>
                </a:lnTo>
                <a:lnTo>
                  <a:pt x="1591411" y="930428"/>
                </a:lnTo>
                <a:lnTo>
                  <a:pt x="1600305" y="932722"/>
                </a:lnTo>
                <a:lnTo>
                  <a:pt x="1608418" y="946458"/>
                </a:lnTo>
                <a:lnTo>
                  <a:pt x="1606206" y="955239"/>
                </a:lnTo>
                <a:close/>
              </a:path>
              <a:path w="5300345" h="5505450">
                <a:moveTo>
                  <a:pt x="2752006" y="248821"/>
                </a:moveTo>
                <a:lnTo>
                  <a:pt x="2745081" y="253062"/>
                </a:lnTo>
                <a:lnTo>
                  <a:pt x="2736230" y="251005"/>
                </a:lnTo>
                <a:lnTo>
                  <a:pt x="2727732" y="237507"/>
                </a:lnTo>
                <a:lnTo>
                  <a:pt x="2729751" y="228545"/>
                </a:lnTo>
                <a:lnTo>
                  <a:pt x="2806518" y="179909"/>
                </a:lnTo>
                <a:lnTo>
                  <a:pt x="2813547" y="175223"/>
                </a:lnTo>
                <a:lnTo>
                  <a:pt x="2822246" y="177602"/>
                </a:lnTo>
                <a:lnTo>
                  <a:pt x="2830849" y="191107"/>
                </a:lnTo>
                <a:lnTo>
                  <a:pt x="2828869" y="200076"/>
                </a:lnTo>
                <a:lnTo>
                  <a:pt x="2752006" y="248821"/>
                </a:lnTo>
                <a:close/>
              </a:path>
              <a:path w="5300345" h="5505450">
                <a:moveTo>
                  <a:pt x="3054270" y="53906"/>
                </a:moveTo>
                <a:lnTo>
                  <a:pt x="3047498" y="58036"/>
                </a:lnTo>
                <a:lnTo>
                  <a:pt x="3038919" y="56261"/>
                </a:lnTo>
                <a:lnTo>
                  <a:pt x="3029989" y="43256"/>
                </a:lnTo>
                <a:lnTo>
                  <a:pt x="3031672" y="34234"/>
                </a:lnTo>
                <a:lnTo>
                  <a:pt x="3054434" y="18427"/>
                </a:lnTo>
                <a:lnTo>
                  <a:pt x="3064046" y="11395"/>
                </a:lnTo>
                <a:lnTo>
                  <a:pt x="3068787" y="7653"/>
                </a:lnTo>
                <a:lnTo>
                  <a:pt x="3070333" y="6259"/>
                </a:lnTo>
                <a:lnTo>
                  <a:pt x="3075687" y="704"/>
                </a:lnTo>
                <a:lnTo>
                  <a:pt x="3084871" y="0"/>
                </a:lnTo>
                <a:lnTo>
                  <a:pt x="3096519" y="10344"/>
                </a:lnTo>
                <a:lnTo>
                  <a:pt x="3097478" y="18908"/>
                </a:lnTo>
                <a:lnTo>
                  <a:pt x="3092528" y="24929"/>
                </a:lnTo>
                <a:lnTo>
                  <a:pt x="3090456" y="27186"/>
                </a:lnTo>
                <a:lnTo>
                  <a:pt x="3085196" y="31693"/>
                </a:lnTo>
                <a:lnTo>
                  <a:pt x="3074144" y="39992"/>
                </a:lnTo>
                <a:lnTo>
                  <a:pt x="3054695" y="53629"/>
                </a:lnTo>
                <a:lnTo>
                  <a:pt x="3054270" y="53906"/>
                </a:lnTo>
                <a:close/>
              </a:path>
              <a:path w="5300345" h="5505450">
                <a:moveTo>
                  <a:pt x="618691" y="2788284"/>
                </a:moveTo>
                <a:lnTo>
                  <a:pt x="577344" y="2810725"/>
                </a:lnTo>
                <a:lnTo>
                  <a:pt x="558482" y="2814372"/>
                </a:lnTo>
                <a:lnTo>
                  <a:pt x="551682" y="2808205"/>
                </a:lnTo>
                <a:lnTo>
                  <a:pt x="550963" y="2792845"/>
                </a:lnTo>
                <a:lnTo>
                  <a:pt x="556165" y="2786503"/>
                </a:lnTo>
                <a:lnTo>
                  <a:pt x="563177" y="2785234"/>
                </a:lnTo>
                <a:lnTo>
                  <a:pt x="565811" y="2784101"/>
                </a:lnTo>
                <a:lnTo>
                  <a:pt x="571605" y="2781258"/>
                </a:lnTo>
                <a:lnTo>
                  <a:pt x="581750" y="2775918"/>
                </a:lnTo>
                <a:lnTo>
                  <a:pt x="604431" y="2763393"/>
                </a:lnTo>
                <a:lnTo>
                  <a:pt x="613267" y="2765889"/>
                </a:lnTo>
                <a:lnTo>
                  <a:pt x="620978" y="2779705"/>
                </a:lnTo>
                <a:lnTo>
                  <a:pt x="618691" y="2788284"/>
                </a:lnTo>
                <a:close/>
              </a:path>
              <a:path w="5300345" h="5505450">
                <a:moveTo>
                  <a:pt x="2388833" y="1720084"/>
                </a:moveTo>
                <a:lnTo>
                  <a:pt x="2381983" y="1724279"/>
                </a:lnTo>
                <a:lnTo>
                  <a:pt x="2373071" y="1722147"/>
                </a:lnTo>
                <a:lnTo>
                  <a:pt x="2364678" y="1708496"/>
                </a:lnTo>
                <a:lnTo>
                  <a:pt x="2366814" y="1699564"/>
                </a:lnTo>
                <a:lnTo>
                  <a:pt x="2373632" y="1695372"/>
                </a:lnTo>
                <a:lnTo>
                  <a:pt x="2391783" y="1683943"/>
                </a:lnTo>
                <a:lnTo>
                  <a:pt x="2409478" y="1672345"/>
                </a:lnTo>
                <a:lnTo>
                  <a:pt x="2448683" y="1645674"/>
                </a:lnTo>
                <a:lnTo>
                  <a:pt x="2457868" y="1647109"/>
                </a:lnTo>
                <a:lnTo>
                  <a:pt x="2466981" y="1660284"/>
                </a:lnTo>
                <a:lnTo>
                  <a:pt x="2465346" y="1669328"/>
                </a:lnTo>
                <a:lnTo>
                  <a:pt x="2425430" y="1696576"/>
                </a:lnTo>
                <a:lnTo>
                  <a:pt x="2407388" y="1708402"/>
                </a:lnTo>
                <a:lnTo>
                  <a:pt x="2388833" y="1720084"/>
                </a:lnTo>
                <a:close/>
              </a:path>
              <a:path w="5300345" h="5505450">
                <a:moveTo>
                  <a:pt x="2081407" y="1906485"/>
                </a:moveTo>
                <a:lnTo>
                  <a:pt x="2074460" y="1910739"/>
                </a:lnTo>
                <a:lnTo>
                  <a:pt x="2065641" y="1908730"/>
                </a:lnTo>
                <a:lnTo>
                  <a:pt x="2057076" y="1895287"/>
                </a:lnTo>
                <a:lnTo>
                  <a:pt x="2059056" y="1886317"/>
                </a:lnTo>
                <a:lnTo>
                  <a:pt x="2135716" y="1837213"/>
                </a:lnTo>
                <a:lnTo>
                  <a:pt x="2143654" y="1832434"/>
                </a:lnTo>
                <a:lnTo>
                  <a:pt x="2151449" y="1834886"/>
                </a:lnTo>
                <a:lnTo>
                  <a:pt x="2160059" y="1848403"/>
                </a:lnTo>
                <a:lnTo>
                  <a:pt x="2158071" y="1857360"/>
                </a:lnTo>
                <a:lnTo>
                  <a:pt x="2081407" y="1906485"/>
                </a:lnTo>
                <a:close/>
              </a:path>
              <a:path w="5300345" h="5505450">
                <a:moveTo>
                  <a:pt x="1230536" y="2425575"/>
                </a:moveTo>
                <a:lnTo>
                  <a:pt x="1150720" y="2469498"/>
                </a:lnTo>
                <a:lnTo>
                  <a:pt x="1141878" y="2467024"/>
                </a:lnTo>
                <a:lnTo>
                  <a:pt x="1134019" y="2453046"/>
                </a:lnTo>
                <a:lnTo>
                  <a:pt x="1136454" y="2444030"/>
                </a:lnTo>
                <a:lnTo>
                  <a:pt x="1143481" y="2440291"/>
                </a:lnTo>
                <a:lnTo>
                  <a:pt x="1223406" y="2396379"/>
                </a:lnTo>
                <a:lnTo>
                  <a:pt x="1232224" y="2398954"/>
                </a:lnTo>
                <a:lnTo>
                  <a:pt x="1239805" y="2412799"/>
                </a:lnTo>
                <a:lnTo>
                  <a:pt x="1237504" y="2421301"/>
                </a:lnTo>
                <a:lnTo>
                  <a:pt x="1230536" y="2425575"/>
                </a:lnTo>
                <a:close/>
              </a:path>
              <a:path w="5300345" h="5505450">
                <a:moveTo>
                  <a:pt x="2734538" y="1500214"/>
                </a:moveTo>
                <a:lnTo>
                  <a:pt x="2732121" y="1501694"/>
                </a:lnTo>
                <a:lnTo>
                  <a:pt x="2684708" y="1530313"/>
                </a:lnTo>
                <a:lnTo>
                  <a:pt x="2675798" y="1528077"/>
                </a:lnTo>
                <a:lnTo>
                  <a:pt x="2667604" y="1514374"/>
                </a:lnTo>
                <a:lnTo>
                  <a:pt x="2669781" y="1505532"/>
                </a:lnTo>
                <a:lnTo>
                  <a:pt x="2676678" y="1501308"/>
                </a:lnTo>
                <a:lnTo>
                  <a:pt x="2754435" y="1454046"/>
                </a:lnTo>
                <a:lnTo>
                  <a:pt x="2763277" y="1456201"/>
                </a:lnTo>
                <a:lnTo>
                  <a:pt x="2771612" y="1469870"/>
                </a:lnTo>
                <a:lnTo>
                  <a:pt x="2769449" y="1478784"/>
                </a:lnTo>
                <a:lnTo>
                  <a:pt x="2734538" y="1500214"/>
                </a:lnTo>
                <a:close/>
              </a:path>
              <a:path w="5300345" h="5505450">
                <a:moveTo>
                  <a:pt x="2754435" y="1454046"/>
                </a:moveTo>
                <a:lnTo>
                  <a:pt x="2708796" y="1481994"/>
                </a:lnTo>
                <a:lnTo>
                  <a:pt x="2747509" y="1458199"/>
                </a:lnTo>
                <a:lnTo>
                  <a:pt x="2754352" y="1454025"/>
                </a:lnTo>
                <a:close/>
              </a:path>
              <a:path w="5300345" h="5505450">
                <a:moveTo>
                  <a:pt x="3305553" y="1150461"/>
                </a:moveTo>
                <a:lnTo>
                  <a:pt x="3298681" y="1154669"/>
                </a:lnTo>
                <a:lnTo>
                  <a:pt x="3289790" y="1152571"/>
                </a:lnTo>
                <a:lnTo>
                  <a:pt x="3281348" y="1139002"/>
                </a:lnTo>
                <a:lnTo>
                  <a:pt x="3283426" y="1130058"/>
                </a:lnTo>
                <a:lnTo>
                  <a:pt x="3334317" y="1098625"/>
                </a:lnTo>
                <a:lnTo>
                  <a:pt x="3367922" y="1078098"/>
                </a:lnTo>
                <a:lnTo>
                  <a:pt x="3376849" y="1080255"/>
                </a:lnTo>
                <a:lnTo>
                  <a:pt x="3385185" y="1093923"/>
                </a:lnTo>
                <a:lnTo>
                  <a:pt x="3383051" y="1102803"/>
                </a:lnTo>
                <a:lnTo>
                  <a:pt x="3349468" y="1123368"/>
                </a:lnTo>
                <a:lnTo>
                  <a:pt x="3305553" y="1150461"/>
                </a:lnTo>
                <a:close/>
              </a:path>
              <a:path w="5300345" h="5505450">
                <a:moveTo>
                  <a:pt x="3383041" y="1102843"/>
                </a:moveTo>
                <a:lnTo>
                  <a:pt x="3349468" y="1123368"/>
                </a:lnTo>
                <a:lnTo>
                  <a:pt x="3383051" y="1102803"/>
                </a:lnTo>
                <a:close/>
              </a:path>
              <a:path w="5300345" h="5505450">
                <a:moveTo>
                  <a:pt x="2998648" y="1337818"/>
                </a:moveTo>
                <a:lnTo>
                  <a:pt x="2991677" y="1342087"/>
                </a:lnTo>
                <a:lnTo>
                  <a:pt x="2982867" y="1340092"/>
                </a:lnTo>
                <a:lnTo>
                  <a:pt x="2974283" y="1326675"/>
                </a:lnTo>
                <a:lnTo>
                  <a:pt x="2976251" y="1317713"/>
                </a:lnTo>
                <a:lnTo>
                  <a:pt x="3052960" y="1268578"/>
                </a:lnTo>
                <a:lnTo>
                  <a:pt x="3059702" y="1263668"/>
                </a:lnTo>
                <a:lnTo>
                  <a:pt x="3068688" y="1266272"/>
                </a:lnTo>
                <a:lnTo>
                  <a:pt x="3077299" y="1279789"/>
                </a:lnTo>
                <a:lnTo>
                  <a:pt x="3075298" y="1288753"/>
                </a:lnTo>
                <a:lnTo>
                  <a:pt x="2998648" y="1337818"/>
                </a:lnTo>
                <a:close/>
              </a:path>
              <a:path w="5300345" h="5505450">
                <a:moveTo>
                  <a:pt x="928518" y="2605016"/>
                </a:moveTo>
                <a:lnTo>
                  <a:pt x="921631" y="2609234"/>
                </a:lnTo>
                <a:lnTo>
                  <a:pt x="843787" y="2656321"/>
                </a:lnTo>
                <a:lnTo>
                  <a:pt x="834867" y="2654125"/>
                </a:lnTo>
                <a:lnTo>
                  <a:pt x="826565" y="2640457"/>
                </a:lnTo>
                <a:lnTo>
                  <a:pt x="828723" y="2631559"/>
                </a:lnTo>
                <a:lnTo>
                  <a:pt x="835585" y="2627357"/>
                </a:lnTo>
                <a:lnTo>
                  <a:pt x="913572" y="2580230"/>
                </a:lnTo>
                <a:lnTo>
                  <a:pt x="922479" y="2582467"/>
                </a:lnTo>
                <a:lnTo>
                  <a:pt x="930698" y="2596156"/>
                </a:lnTo>
                <a:lnTo>
                  <a:pt x="928518" y="2605016"/>
                </a:lnTo>
                <a:close/>
              </a:path>
              <a:path w="5300345" h="5505450">
                <a:moveTo>
                  <a:pt x="1771180" y="2088963"/>
                </a:moveTo>
                <a:lnTo>
                  <a:pt x="1764321" y="2093164"/>
                </a:lnTo>
                <a:lnTo>
                  <a:pt x="1755416" y="2091043"/>
                </a:lnTo>
                <a:lnTo>
                  <a:pt x="1747006" y="2077421"/>
                </a:lnTo>
                <a:lnTo>
                  <a:pt x="1749122" y="2068484"/>
                </a:lnTo>
                <a:lnTo>
                  <a:pt x="1814194" y="2028418"/>
                </a:lnTo>
                <a:lnTo>
                  <a:pt x="1833554" y="2016579"/>
                </a:lnTo>
                <a:lnTo>
                  <a:pt x="1842474" y="2018725"/>
                </a:lnTo>
                <a:lnTo>
                  <a:pt x="1850850" y="2032402"/>
                </a:lnTo>
                <a:lnTo>
                  <a:pt x="1848706" y="2041322"/>
                </a:lnTo>
                <a:lnTo>
                  <a:pt x="1771180" y="2088963"/>
                </a:lnTo>
                <a:close/>
              </a:path>
              <a:path w="5300345" h="5505450">
                <a:moveTo>
                  <a:pt x="1457673" y="2280615"/>
                </a:moveTo>
                <a:lnTo>
                  <a:pt x="1448387" y="2278442"/>
                </a:lnTo>
                <a:lnTo>
                  <a:pt x="1439786" y="2264940"/>
                </a:lnTo>
                <a:lnTo>
                  <a:pt x="1441786" y="2255976"/>
                </a:lnTo>
                <a:lnTo>
                  <a:pt x="1458324" y="2245498"/>
                </a:lnTo>
                <a:lnTo>
                  <a:pt x="1463289" y="2242458"/>
                </a:lnTo>
                <a:lnTo>
                  <a:pt x="1526582" y="2204127"/>
                </a:lnTo>
                <a:lnTo>
                  <a:pt x="1535482" y="2206339"/>
                </a:lnTo>
                <a:lnTo>
                  <a:pt x="1543770" y="2220053"/>
                </a:lnTo>
                <a:lnTo>
                  <a:pt x="1541714" y="2228454"/>
                </a:lnTo>
                <a:lnTo>
                  <a:pt x="1473621" y="2270151"/>
                </a:lnTo>
                <a:lnTo>
                  <a:pt x="1464124" y="2276151"/>
                </a:lnTo>
                <a:lnTo>
                  <a:pt x="1457673" y="2280615"/>
                </a:lnTo>
                <a:close/>
              </a:path>
              <a:path w="5300345" h="5505450">
                <a:moveTo>
                  <a:pt x="1541604" y="2228902"/>
                </a:moveTo>
                <a:lnTo>
                  <a:pt x="1534731" y="2233110"/>
                </a:lnTo>
                <a:lnTo>
                  <a:pt x="1478440" y="2267200"/>
                </a:lnTo>
                <a:lnTo>
                  <a:pt x="1541714" y="2228454"/>
                </a:lnTo>
                <a:lnTo>
                  <a:pt x="1541604" y="2228902"/>
                </a:lnTo>
                <a:close/>
              </a:path>
              <a:path w="5300345" h="5505450">
                <a:moveTo>
                  <a:pt x="3609468" y="956943"/>
                </a:moveTo>
                <a:lnTo>
                  <a:pt x="3602726" y="961072"/>
                </a:lnTo>
                <a:lnTo>
                  <a:pt x="3594179" y="959345"/>
                </a:lnTo>
                <a:lnTo>
                  <a:pt x="3585173" y="946455"/>
                </a:lnTo>
                <a:lnTo>
                  <a:pt x="3586780" y="937415"/>
                </a:lnTo>
                <a:lnTo>
                  <a:pt x="3609646" y="921229"/>
                </a:lnTo>
                <a:lnTo>
                  <a:pt x="3619246" y="914045"/>
                </a:lnTo>
                <a:lnTo>
                  <a:pt x="3623867" y="910308"/>
                </a:lnTo>
                <a:lnTo>
                  <a:pt x="3625233" y="909050"/>
                </a:lnTo>
                <a:lnTo>
                  <a:pt x="3630602" y="903469"/>
                </a:lnTo>
                <a:lnTo>
                  <a:pt x="3639736" y="902710"/>
                </a:lnTo>
                <a:lnTo>
                  <a:pt x="3651457" y="913006"/>
                </a:lnTo>
                <a:lnTo>
                  <a:pt x="3652426" y="921615"/>
                </a:lnTo>
                <a:lnTo>
                  <a:pt x="3647491" y="927661"/>
                </a:lnTo>
                <a:lnTo>
                  <a:pt x="3645461" y="929879"/>
                </a:lnTo>
                <a:lnTo>
                  <a:pt x="3640218" y="934437"/>
                </a:lnTo>
                <a:lnTo>
                  <a:pt x="3629229" y="942844"/>
                </a:lnTo>
                <a:lnTo>
                  <a:pt x="3609960" y="956608"/>
                </a:lnTo>
                <a:lnTo>
                  <a:pt x="3609468" y="956943"/>
                </a:lnTo>
                <a:close/>
              </a:path>
              <a:path w="5300345" h="5505450">
                <a:moveTo>
                  <a:pt x="4756073" y="2741990"/>
                </a:moveTo>
                <a:lnTo>
                  <a:pt x="4750128" y="2745631"/>
                </a:lnTo>
                <a:lnTo>
                  <a:pt x="4748335" y="2746313"/>
                </a:lnTo>
                <a:lnTo>
                  <a:pt x="4746409" y="2746612"/>
                </a:lnTo>
                <a:lnTo>
                  <a:pt x="4743923" y="2747568"/>
                </a:lnTo>
                <a:lnTo>
                  <a:pt x="4738032" y="2750176"/>
                </a:lnTo>
                <a:lnTo>
                  <a:pt x="4727609" y="2755205"/>
                </a:lnTo>
                <a:lnTo>
                  <a:pt x="4704428" y="2767121"/>
                </a:lnTo>
                <a:lnTo>
                  <a:pt x="4695662" y="2764365"/>
                </a:lnTo>
                <a:lnTo>
                  <a:pt x="4688253" y="2750150"/>
                </a:lnTo>
                <a:lnTo>
                  <a:pt x="4691203" y="2741430"/>
                </a:lnTo>
                <a:lnTo>
                  <a:pt x="4698098" y="2737691"/>
                </a:lnTo>
                <a:lnTo>
                  <a:pt x="4733535" y="2720467"/>
                </a:lnTo>
                <a:lnTo>
                  <a:pt x="4751505" y="2717445"/>
                </a:lnTo>
                <a:lnTo>
                  <a:pt x="4758289" y="2723640"/>
                </a:lnTo>
                <a:lnTo>
                  <a:pt x="4758875" y="2737101"/>
                </a:lnTo>
                <a:lnTo>
                  <a:pt x="4756073" y="2741990"/>
                </a:lnTo>
                <a:close/>
              </a:path>
              <a:path w="5300345" h="5505450">
                <a:moveTo>
                  <a:pt x="1952400" y="4445483"/>
                </a:moveTo>
                <a:lnTo>
                  <a:pt x="1945458" y="4449734"/>
                </a:lnTo>
                <a:lnTo>
                  <a:pt x="1936632" y="4447713"/>
                </a:lnTo>
                <a:lnTo>
                  <a:pt x="1928074" y="4434282"/>
                </a:lnTo>
                <a:lnTo>
                  <a:pt x="1930054" y="4425313"/>
                </a:lnTo>
                <a:lnTo>
                  <a:pt x="2006917" y="4376567"/>
                </a:lnTo>
                <a:lnTo>
                  <a:pt x="2013836" y="4372330"/>
                </a:lnTo>
                <a:lnTo>
                  <a:pt x="2022688" y="4374387"/>
                </a:lnTo>
                <a:lnTo>
                  <a:pt x="2031186" y="4387885"/>
                </a:lnTo>
                <a:lnTo>
                  <a:pt x="2029166" y="4396847"/>
                </a:lnTo>
                <a:lnTo>
                  <a:pt x="1952400" y="4445483"/>
                </a:lnTo>
                <a:close/>
              </a:path>
              <a:path w="5300345" h="5505450">
                <a:moveTo>
                  <a:pt x="2334388" y="4208341"/>
                </a:moveTo>
                <a:lnTo>
                  <a:pt x="2327466" y="4212579"/>
                </a:lnTo>
                <a:lnTo>
                  <a:pt x="2248368" y="4257430"/>
                </a:lnTo>
                <a:lnTo>
                  <a:pt x="2239501" y="4255069"/>
                </a:lnTo>
                <a:lnTo>
                  <a:pt x="2231449" y="4241194"/>
                </a:lnTo>
                <a:lnTo>
                  <a:pt x="2232791" y="4232615"/>
                </a:lnTo>
                <a:lnTo>
                  <a:pt x="2240749" y="4228307"/>
                </a:lnTo>
                <a:lnTo>
                  <a:pt x="2320019" y="4183470"/>
                </a:lnTo>
                <a:lnTo>
                  <a:pt x="2328866" y="4185925"/>
                </a:lnTo>
                <a:lnTo>
                  <a:pt x="2336664" y="4199720"/>
                </a:lnTo>
                <a:lnTo>
                  <a:pt x="2334388" y="4208341"/>
                </a:lnTo>
                <a:close/>
              </a:path>
              <a:path w="5300345" h="5505450">
                <a:moveTo>
                  <a:pt x="4471223" y="2898651"/>
                </a:moveTo>
                <a:lnTo>
                  <a:pt x="4453668" y="2908478"/>
                </a:lnTo>
                <a:lnTo>
                  <a:pt x="4392380" y="2943724"/>
                </a:lnTo>
                <a:lnTo>
                  <a:pt x="4383500" y="2941405"/>
                </a:lnTo>
                <a:lnTo>
                  <a:pt x="4375388" y="2927586"/>
                </a:lnTo>
                <a:lnTo>
                  <a:pt x="4378028" y="2918876"/>
                </a:lnTo>
                <a:lnTo>
                  <a:pt x="4384605" y="2914648"/>
                </a:lnTo>
                <a:lnTo>
                  <a:pt x="4439393" y="2883227"/>
                </a:lnTo>
                <a:lnTo>
                  <a:pt x="4463898" y="2869514"/>
                </a:lnTo>
                <a:lnTo>
                  <a:pt x="4472733" y="2872010"/>
                </a:lnTo>
                <a:lnTo>
                  <a:pt x="4480447" y="2885824"/>
                </a:lnTo>
                <a:lnTo>
                  <a:pt x="4478158" y="2894401"/>
                </a:lnTo>
                <a:lnTo>
                  <a:pt x="4471223" y="2898651"/>
                </a:lnTo>
                <a:close/>
              </a:path>
              <a:path w="5300345" h="5505450">
                <a:moveTo>
                  <a:pt x="3252849" y="3644676"/>
                </a:moveTo>
                <a:lnTo>
                  <a:pt x="3245902" y="3648930"/>
                </a:lnTo>
                <a:lnTo>
                  <a:pt x="3167496" y="3694967"/>
                </a:lnTo>
                <a:lnTo>
                  <a:pt x="3158602" y="3692674"/>
                </a:lnTo>
                <a:lnTo>
                  <a:pt x="3150490" y="3678937"/>
                </a:lnTo>
                <a:lnTo>
                  <a:pt x="3152701" y="3670156"/>
                </a:lnTo>
                <a:lnTo>
                  <a:pt x="3159648" y="3665902"/>
                </a:lnTo>
                <a:lnTo>
                  <a:pt x="3238073" y="3619870"/>
                </a:lnTo>
                <a:lnTo>
                  <a:pt x="3246955" y="3622171"/>
                </a:lnTo>
                <a:lnTo>
                  <a:pt x="3255048" y="3635903"/>
                </a:lnTo>
                <a:lnTo>
                  <a:pt x="3252849" y="3644676"/>
                </a:lnTo>
                <a:close/>
              </a:path>
              <a:path w="5300345" h="5505450">
                <a:moveTo>
                  <a:pt x="4164482" y="3085210"/>
                </a:moveTo>
                <a:lnTo>
                  <a:pt x="4086234" y="3131532"/>
                </a:lnTo>
                <a:lnTo>
                  <a:pt x="4077334" y="3129258"/>
                </a:lnTo>
                <a:lnTo>
                  <a:pt x="4069159" y="3115475"/>
                </a:lnTo>
                <a:lnTo>
                  <a:pt x="4070419" y="3106712"/>
                </a:lnTo>
                <a:lnTo>
                  <a:pt x="4078328" y="3102485"/>
                </a:lnTo>
                <a:lnTo>
                  <a:pt x="4156551" y="3056178"/>
                </a:lnTo>
                <a:lnTo>
                  <a:pt x="4165455" y="3058432"/>
                </a:lnTo>
                <a:lnTo>
                  <a:pt x="4173600" y="3072166"/>
                </a:lnTo>
                <a:lnTo>
                  <a:pt x="4171400" y="3080970"/>
                </a:lnTo>
                <a:lnTo>
                  <a:pt x="4164482" y="3085210"/>
                </a:lnTo>
                <a:close/>
              </a:path>
              <a:path w="5300345" h="5505450">
                <a:moveTo>
                  <a:pt x="3786435" y="3313840"/>
                </a:moveTo>
                <a:lnTo>
                  <a:pt x="3779530" y="3318068"/>
                </a:lnTo>
                <a:lnTo>
                  <a:pt x="3770680" y="3316013"/>
                </a:lnTo>
                <a:lnTo>
                  <a:pt x="3762171" y="3302502"/>
                </a:lnTo>
                <a:lnTo>
                  <a:pt x="3764210" y="3293544"/>
                </a:lnTo>
                <a:lnTo>
                  <a:pt x="3793399" y="3275253"/>
                </a:lnTo>
                <a:lnTo>
                  <a:pt x="3815758" y="3261447"/>
                </a:lnTo>
                <a:lnTo>
                  <a:pt x="3848579" y="3241464"/>
                </a:lnTo>
                <a:lnTo>
                  <a:pt x="3857504" y="3243640"/>
                </a:lnTo>
                <a:lnTo>
                  <a:pt x="3865839" y="3257308"/>
                </a:lnTo>
                <a:lnTo>
                  <a:pt x="3863704" y="3266107"/>
                </a:lnTo>
                <a:lnTo>
                  <a:pt x="3830908" y="3286191"/>
                </a:lnTo>
                <a:lnTo>
                  <a:pt x="3786435" y="3313840"/>
                </a:lnTo>
                <a:close/>
              </a:path>
              <a:path w="5300345" h="5505450">
                <a:moveTo>
                  <a:pt x="3863676" y="3266223"/>
                </a:moveTo>
                <a:lnTo>
                  <a:pt x="3856838" y="3270410"/>
                </a:lnTo>
                <a:lnTo>
                  <a:pt x="3830908" y="3286191"/>
                </a:lnTo>
                <a:lnTo>
                  <a:pt x="3863704" y="3266107"/>
                </a:lnTo>
                <a:close/>
              </a:path>
              <a:path w="5300345" h="5505450">
                <a:moveTo>
                  <a:pt x="3550353" y="3458242"/>
                </a:moveTo>
                <a:lnTo>
                  <a:pt x="3472801" y="3504752"/>
                </a:lnTo>
                <a:lnTo>
                  <a:pt x="3463753" y="3502669"/>
                </a:lnTo>
                <a:lnTo>
                  <a:pt x="3455405" y="3489009"/>
                </a:lnTo>
                <a:lnTo>
                  <a:pt x="3457427" y="3480163"/>
                </a:lnTo>
                <a:lnTo>
                  <a:pt x="3464253" y="3475983"/>
                </a:lnTo>
                <a:lnTo>
                  <a:pt x="3542479" y="3429192"/>
                </a:lnTo>
                <a:lnTo>
                  <a:pt x="3551378" y="3431466"/>
                </a:lnTo>
                <a:lnTo>
                  <a:pt x="3559491" y="3445202"/>
                </a:lnTo>
                <a:lnTo>
                  <a:pt x="3557287" y="3453995"/>
                </a:lnTo>
                <a:lnTo>
                  <a:pt x="3550353" y="3458242"/>
                </a:lnTo>
                <a:close/>
              </a:path>
              <a:path w="5300345" h="5505450">
                <a:moveTo>
                  <a:pt x="2560377" y="4062893"/>
                </a:moveTo>
                <a:lnTo>
                  <a:pt x="2553430" y="4067147"/>
                </a:lnTo>
                <a:lnTo>
                  <a:pt x="2544611" y="4065138"/>
                </a:lnTo>
                <a:lnTo>
                  <a:pt x="2536046" y="4051695"/>
                </a:lnTo>
                <a:lnTo>
                  <a:pt x="2538026" y="4042726"/>
                </a:lnTo>
                <a:lnTo>
                  <a:pt x="2544790" y="4038417"/>
                </a:lnTo>
                <a:lnTo>
                  <a:pt x="2615508" y="3994663"/>
                </a:lnTo>
                <a:lnTo>
                  <a:pt x="2622346" y="3990476"/>
                </a:lnTo>
                <a:lnTo>
                  <a:pt x="2631277" y="3992613"/>
                </a:lnTo>
                <a:lnTo>
                  <a:pt x="2639645" y="4006278"/>
                </a:lnTo>
                <a:lnTo>
                  <a:pt x="2637510" y="4015211"/>
                </a:lnTo>
                <a:lnTo>
                  <a:pt x="2630684" y="4019390"/>
                </a:lnTo>
                <a:lnTo>
                  <a:pt x="2560377" y="4062893"/>
                </a:lnTo>
                <a:close/>
              </a:path>
              <a:path w="5300345" h="5505450">
                <a:moveTo>
                  <a:pt x="2865306" y="3872742"/>
                </a:moveTo>
                <a:lnTo>
                  <a:pt x="2858310" y="3877026"/>
                </a:lnTo>
                <a:lnTo>
                  <a:pt x="2849524" y="3875048"/>
                </a:lnTo>
                <a:lnTo>
                  <a:pt x="2840904" y="3861672"/>
                </a:lnTo>
                <a:lnTo>
                  <a:pt x="2842843" y="3852691"/>
                </a:lnTo>
                <a:lnTo>
                  <a:pt x="2919897" y="3803846"/>
                </a:lnTo>
                <a:lnTo>
                  <a:pt x="2927139" y="3799775"/>
                </a:lnTo>
                <a:lnTo>
                  <a:pt x="2935651" y="3801771"/>
                </a:lnTo>
                <a:lnTo>
                  <a:pt x="2944044" y="3815422"/>
                </a:lnTo>
                <a:lnTo>
                  <a:pt x="2941928" y="3824358"/>
                </a:lnTo>
                <a:lnTo>
                  <a:pt x="2900010" y="3850512"/>
                </a:lnTo>
                <a:lnTo>
                  <a:pt x="2865306" y="3872742"/>
                </a:lnTo>
                <a:close/>
              </a:path>
              <a:path w="5300345" h="5505450">
                <a:moveTo>
                  <a:pt x="1680237" y="4624806"/>
                </a:moveTo>
                <a:lnTo>
                  <a:pt x="1673099" y="4624543"/>
                </a:lnTo>
                <a:lnTo>
                  <a:pt x="1662401" y="4615044"/>
                </a:lnTo>
                <a:lnTo>
                  <a:pt x="1661442" y="4606479"/>
                </a:lnTo>
                <a:lnTo>
                  <a:pt x="1666392" y="4600458"/>
                </a:lnTo>
                <a:lnTo>
                  <a:pt x="1668473" y="4598193"/>
                </a:lnTo>
                <a:lnTo>
                  <a:pt x="1673737" y="4593678"/>
                </a:lnTo>
                <a:lnTo>
                  <a:pt x="1684785" y="4585374"/>
                </a:lnTo>
                <a:lnTo>
                  <a:pt x="1704217" y="4571746"/>
                </a:lnTo>
                <a:lnTo>
                  <a:pt x="1710533" y="4566980"/>
                </a:lnTo>
                <a:lnTo>
                  <a:pt x="1719829" y="4568895"/>
                </a:lnTo>
                <a:lnTo>
                  <a:pt x="1728922" y="4582117"/>
                </a:lnTo>
                <a:lnTo>
                  <a:pt x="1727239" y="4591138"/>
                </a:lnTo>
                <a:lnTo>
                  <a:pt x="1704495" y="4606937"/>
                </a:lnTo>
                <a:lnTo>
                  <a:pt x="1694887" y="4613973"/>
                </a:lnTo>
                <a:lnTo>
                  <a:pt x="1690140" y="4617724"/>
                </a:lnTo>
                <a:lnTo>
                  <a:pt x="1688586" y="4619126"/>
                </a:lnTo>
                <a:lnTo>
                  <a:pt x="1687693" y="4620057"/>
                </a:lnTo>
                <a:lnTo>
                  <a:pt x="1686687" y="4620853"/>
                </a:lnTo>
                <a:lnTo>
                  <a:pt x="1680237" y="4624806"/>
                </a:lnTo>
                <a:close/>
              </a:path>
              <a:path w="5300345" h="5505450">
                <a:moveTo>
                  <a:pt x="4199202" y="1839182"/>
                </a:moveTo>
                <a:lnTo>
                  <a:pt x="4197530" y="1839839"/>
                </a:lnTo>
                <a:lnTo>
                  <a:pt x="4195733" y="1840160"/>
                </a:lnTo>
                <a:lnTo>
                  <a:pt x="4193099" y="1841292"/>
                </a:lnTo>
                <a:lnTo>
                  <a:pt x="4187307" y="1844135"/>
                </a:lnTo>
                <a:lnTo>
                  <a:pt x="4177165" y="1849473"/>
                </a:lnTo>
                <a:lnTo>
                  <a:pt x="4154491" y="1861993"/>
                </a:lnTo>
                <a:lnTo>
                  <a:pt x="4145656" y="1859497"/>
                </a:lnTo>
                <a:lnTo>
                  <a:pt x="4137837" y="1845512"/>
                </a:lnTo>
                <a:lnTo>
                  <a:pt x="4140205" y="1836520"/>
                </a:lnTo>
                <a:lnTo>
                  <a:pt x="4147339" y="1832767"/>
                </a:lnTo>
                <a:lnTo>
                  <a:pt x="4169686" y="1820584"/>
                </a:lnTo>
                <a:lnTo>
                  <a:pt x="4182457" y="1814269"/>
                </a:lnTo>
                <a:lnTo>
                  <a:pt x="4188951" y="1811860"/>
                </a:lnTo>
                <a:lnTo>
                  <a:pt x="4192466" y="1811396"/>
                </a:lnTo>
                <a:lnTo>
                  <a:pt x="4200477" y="1811025"/>
                </a:lnTo>
                <a:lnTo>
                  <a:pt x="4207260" y="1817220"/>
                </a:lnTo>
                <a:lnTo>
                  <a:pt x="4207874" y="1830697"/>
                </a:lnTo>
                <a:lnTo>
                  <a:pt x="4205060" y="1835595"/>
                </a:lnTo>
                <a:lnTo>
                  <a:pt x="4199202" y="1839182"/>
                </a:lnTo>
                <a:close/>
              </a:path>
              <a:path w="5300345" h="5505450">
                <a:moveTo>
                  <a:pt x="1705957" y="3356811"/>
                </a:moveTo>
                <a:lnTo>
                  <a:pt x="1698998" y="3361072"/>
                </a:lnTo>
                <a:lnTo>
                  <a:pt x="1690184" y="3359043"/>
                </a:lnTo>
                <a:lnTo>
                  <a:pt x="1681618" y="3345601"/>
                </a:lnTo>
                <a:lnTo>
                  <a:pt x="1683619" y="3336636"/>
                </a:lnTo>
                <a:lnTo>
                  <a:pt x="1760269" y="3287571"/>
                </a:lnTo>
                <a:lnTo>
                  <a:pt x="1767238" y="3283899"/>
                </a:lnTo>
                <a:lnTo>
                  <a:pt x="1775999" y="3285213"/>
                </a:lnTo>
                <a:lnTo>
                  <a:pt x="1784634" y="3298714"/>
                </a:lnTo>
                <a:lnTo>
                  <a:pt x="1782666" y="3307676"/>
                </a:lnTo>
                <a:lnTo>
                  <a:pt x="1705957" y="3356811"/>
                </a:lnTo>
                <a:close/>
              </a:path>
              <a:path w="5300345" h="5505450">
                <a:moveTo>
                  <a:pt x="3302508" y="2344715"/>
                </a:moveTo>
                <a:lnTo>
                  <a:pt x="3285405" y="2355188"/>
                </a:lnTo>
                <a:lnTo>
                  <a:pt x="3294786" y="2349243"/>
                </a:lnTo>
                <a:lnTo>
                  <a:pt x="3301572" y="2344455"/>
                </a:lnTo>
                <a:lnTo>
                  <a:pt x="3302508" y="2344715"/>
                </a:lnTo>
                <a:close/>
              </a:path>
              <a:path w="5300345" h="5505450">
                <a:moveTo>
                  <a:pt x="3301652" y="2379226"/>
                </a:moveTo>
                <a:lnTo>
                  <a:pt x="3295735" y="2382849"/>
                </a:lnTo>
                <a:lnTo>
                  <a:pt x="3232320" y="2421254"/>
                </a:lnTo>
                <a:lnTo>
                  <a:pt x="3223421" y="2419042"/>
                </a:lnTo>
                <a:lnTo>
                  <a:pt x="3215127" y="2405348"/>
                </a:lnTo>
                <a:lnTo>
                  <a:pt x="3217298" y="2396479"/>
                </a:lnTo>
                <a:lnTo>
                  <a:pt x="3224171" y="2392271"/>
                </a:lnTo>
                <a:lnTo>
                  <a:pt x="3302508" y="2344715"/>
                </a:lnTo>
                <a:lnTo>
                  <a:pt x="3310515" y="2346939"/>
                </a:lnTo>
                <a:lnTo>
                  <a:pt x="3319116" y="2360441"/>
                </a:lnTo>
                <a:lnTo>
                  <a:pt x="3317124" y="2369418"/>
                </a:lnTo>
                <a:lnTo>
                  <a:pt x="3301652" y="2379226"/>
                </a:lnTo>
                <a:close/>
              </a:path>
              <a:path w="5300345" h="5505450">
                <a:moveTo>
                  <a:pt x="3930197" y="1993829"/>
                </a:moveTo>
                <a:lnTo>
                  <a:pt x="3845341" y="2045141"/>
                </a:lnTo>
                <a:lnTo>
                  <a:pt x="3836441" y="2042916"/>
                </a:lnTo>
                <a:lnTo>
                  <a:pt x="3828214" y="2029216"/>
                </a:lnTo>
                <a:lnTo>
                  <a:pt x="3830397" y="2020353"/>
                </a:lnTo>
                <a:lnTo>
                  <a:pt x="3837282" y="2016138"/>
                </a:lnTo>
                <a:lnTo>
                  <a:pt x="3915131" y="1969064"/>
                </a:lnTo>
                <a:lnTo>
                  <a:pt x="3924051" y="1971260"/>
                </a:lnTo>
                <a:lnTo>
                  <a:pt x="3932354" y="1984931"/>
                </a:lnTo>
                <a:lnTo>
                  <a:pt x="3930197" y="1993829"/>
                </a:lnTo>
                <a:close/>
              </a:path>
              <a:path w="5300345" h="5505450">
                <a:moveTo>
                  <a:pt x="2943381" y="2597790"/>
                </a:moveTo>
                <a:lnTo>
                  <a:pt x="2925351" y="2608813"/>
                </a:lnTo>
                <a:lnTo>
                  <a:pt x="2916432" y="2606668"/>
                </a:lnTo>
                <a:lnTo>
                  <a:pt x="2908056" y="2592991"/>
                </a:lnTo>
                <a:lnTo>
                  <a:pt x="2910200" y="2584071"/>
                </a:lnTo>
                <a:lnTo>
                  <a:pt x="2994598" y="2532222"/>
                </a:lnTo>
                <a:lnTo>
                  <a:pt x="3003502" y="2534342"/>
                </a:lnTo>
                <a:lnTo>
                  <a:pt x="3011912" y="2547965"/>
                </a:lnTo>
                <a:lnTo>
                  <a:pt x="3009796" y="2556901"/>
                </a:lnTo>
                <a:lnTo>
                  <a:pt x="2943381" y="2597790"/>
                </a:lnTo>
                <a:close/>
              </a:path>
              <a:path w="5300345" h="5505450">
                <a:moveTo>
                  <a:pt x="2011440" y="3167181"/>
                </a:moveTo>
                <a:lnTo>
                  <a:pt x="2004602" y="3171368"/>
                </a:lnTo>
                <a:lnTo>
                  <a:pt x="1995682" y="3169223"/>
                </a:lnTo>
                <a:lnTo>
                  <a:pt x="1987307" y="3155545"/>
                </a:lnTo>
                <a:lnTo>
                  <a:pt x="1989450" y="3146626"/>
                </a:lnTo>
                <a:lnTo>
                  <a:pt x="2024325" y="3125188"/>
                </a:lnTo>
                <a:lnTo>
                  <a:pt x="2074210" y="3095072"/>
                </a:lnTo>
                <a:lnTo>
                  <a:pt x="2083120" y="3097308"/>
                </a:lnTo>
                <a:lnTo>
                  <a:pt x="2091312" y="3111013"/>
                </a:lnTo>
                <a:lnTo>
                  <a:pt x="2089233" y="3119461"/>
                </a:lnTo>
                <a:lnTo>
                  <a:pt x="2039477" y="3149931"/>
                </a:lnTo>
                <a:lnTo>
                  <a:pt x="2011440" y="3167181"/>
                </a:lnTo>
                <a:close/>
              </a:path>
              <a:path w="5300345" h="5505450">
                <a:moveTo>
                  <a:pt x="2089137" y="3119854"/>
                </a:moveTo>
                <a:lnTo>
                  <a:pt x="2082242" y="3124076"/>
                </a:lnTo>
                <a:lnTo>
                  <a:pt x="2039477" y="3149931"/>
                </a:lnTo>
                <a:lnTo>
                  <a:pt x="2089233" y="3119461"/>
                </a:lnTo>
                <a:lnTo>
                  <a:pt x="2089137" y="3119854"/>
                </a:lnTo>
                <a:close/>
              </a:path>
              <a:path w="5300345" h="5505450">
                <a:moveTo>
                  <a:pt x="1460475" y="3470774"/>
                </a:moveTo>
                <a:lnTo>
                  <a:pt x="1409451" y="3502020"/>
                </a:lnTo>
                <a:lnTo>
                  <a:pt x="1453366" y="3474927"/>
                </a:lnTo>
                <a:lnTo>
                  <a:pt x="1460239" y="3470718"/>
                </a:lnTo>
                <a:lnTo>
                  <a:pt x="1460475" y="3470774"/>
                </a:lnTo>
                <a:close/>
              </a:path>
              <a:path w="5300345" h="5505450">
                <a:moveTo>
                  <a:pt x="1424602" y="3526763"/>
                </a:moveTo>
                <a:lnTo>
                  <a:pt x="1390997" y="3547290"/>
                </a:lnTo>
                <a:lnTo>
                  <a:pt x="1382070" y="3545132"/>
                </a:lnTo>
                <a:lnTo>
                  <a:pt x="1373734" y="3531465"/>
                </a:lnTo>
                <a:lnTo>
                  <a:pt x="1375878" y="3522545"/>
                </a:lnTo>
                <a:lnTo>
                  <a:pt x="1460475" y="3470774"/>
                </a:lnTo>
                <a:lnTo>
                  <a:pt x="1469129" y="3472816"/>
                </a:lnTo>
                <a:lnTo>
                  <a:pt x="1477571" y="3486386"/>
                </a:lnTo>
                <a:lnTo>
                  <a:pt x="1475493" y="3495330"/>
                </a:lnTo>
                <a:lnTo>
                  <a:pt x="1424602" y="3526763"/>
                </a:lnTo>
                <a:close/>
              </a:path>
              <a:path w="5300345" h="5505450">
                <a:moveTo>
                  <a:pt x="3615604" y="2185013"/>
                </a:moveTo>
                <a:lnTo>
                  <a:pt x="3535516" y="2229007"/>
                </a:lnTo>
                <a:lnTo>
                  <a:pt x="3526697" y="2226432"/>
                </a:lnTo>
                <a:lnTo>
                  <a:pt x="3519000" y="2212374"/>
                </a:lnTo>
                <a:lnTo>
                  <a:pt x="3522140" y="2203126"/>
                </a:lnTo>
                <a:lnTo>
                  <a:pt x="3528586" y="2199709"/>
                </a:lnTo>
                <a:lnTo>
                  <a:pt x="3608201" y="2155892"/>
                </a:lnTo>
                <a:lnTo>
                  <a:pt x="3617043" y="2158367"/>
                </a:lnTo>
                <a:lnTo>
                  <a:pt x="3624810" y="2172166"/>
                </a:lnTo>
                <a:lnTo>
                  <a:pt x="3622536" y="2180767"/>
                </a:lnTo>
                <a:lnTo>
                  <a:pt x="3615604" y="2185013"/>
                </a:lnTo>
                <a:close/>
              </a:path>
              <a:path w="5300345" h="5505450">
                <a:moveTo>
                  <a:pt x="2623203" y="2788175"/>
                </a:moveTo>
                <a:lnTo>
                  <a:pt x="2616244" y="2792436"/>
                </a:lnTo>
                <a:lnTo>
                  <a:pt x="2607425" y="2790427"/>
                </a:lnTo>
                <a:lnTo>
                  <a:pt x="2598860" y="2776984"/>
                </a:lnTo>
                <a:lnTo>
                  <a:pt x="2600848" y="2768027"/>
                </a:lnTo>
                <a:lnTo>
                  <a:pt x="2677513" y="2718903"/>
                </a:lnTo>
                <a:lnTo>
                  <a:pt x="2683738" y="2714393"/>
                </a:lnTo>
                <a:lnTo>
                  <a:pt x="2693233" y="2716584"/>
                </a:lnTo>
                <a:lnTo>
                  <a:pt x="2701844" y="2730101"/>
                </a:lnTo>
                <a:lnTo>
                  <a:pt x="2699863" y="2739071"/>
                </a:lnTo>
                <a:lnTo>
                  <a:pt x="2623203" y="2788175"/>
                </a:lnTo>
                <a:close/>
              </a:path>
              <a:path w="5300345" h="5505450">
                <a:moveTo>
                  <a:pt x="2316215" y="2975668"/>
                </a:moveTo>
                <a:lnTo>
                  <a:pt x="2309474" y="2979796"/>
                </a:lnTo>
                <a:lnTo>
                  <a:pt x="2300889" y="2978041"/>
                </a:lnTo>
                <a:lnTo>
                  <a:pt x="2291937" y="2965101"/>
                </a:lnTo>
                <a:lnTo>
                  <a:pt x="2333488" y="2928809"/>
                </a:lnTo>
                <a:lnTo>
                  <a:pt x="2370085" y="2905301"/>
                </a:lnTo>
                <a:lnTo>
                  <a:pt x="2376935" y="2901106"/>
                </a:lnTo>
                <a:lnTo>
                  <a:pt x="2385847" y="2903239"/>
                </a:lnTo>
                <a:lnTo>
                  <a:pt x="2394240" y="2916889"/>
                </a:lnTo>
                <a:lnTo>
                  <a:pt x="2392104" y="2925821"/>
                </a:lnTo>
                <a:lnTo>
                  <a:pt x="2385286" y="2930013"/>
                </a:lnTo>
                <a:lnTo>
                  <a:pt x="2367135" y="2941442"/>
                </a:lnTo>
                <a:lnTo>
                  <a:pt x="2349440" y="2953041"/>
                </a:lnTo>
                <a:lnTo>
                  <a:pt x="2316215" y="2975668"/>
                </a:lnTo>
                <a:close/>
              </a:path>
              <a:path w="5300345" h="5505450">
                <a:moveTo>
                  <a:pt x="1131768" y="3718111"/>
                </a:moveTo>
                <a:lnTo>
                  <a:pt x="1125327" y="3722052"/>
                </a:lnTo>
                <a:lnTo>
                  <a:pt x="1118210" y="3721794"/>
                </a:lnTo>
                <a:lnTo>
                  <a:pt x="1107494" y="3712377"/>
                </a:lnTo>
                <a:lnTo>
                  <a:pt x="1106500" y="3703783"/>
                </a:lnTo>
                <a:lnTo>
                  <a:pt x="1111434" y="3697737"/>
                </a:lnTo>
                <a:lnTo>
                  <a:pt x="1148958" y="3668778"/>
                </a:lnTo>
                <a:lnTo>
                  <a:pt x="1155611" y="3664455"/>
                </a:lnTo>
                <a:lnTo>
                  <a:pt x="1164572" y="3665796"/>
                </a:lnTo>
                <a:lnTo>
                  <a:pt x="1173746" y="3678933"/>
                </a:lnTo>
                <a:lnTo>
                  <a:pt x="1172139" y="3687974"/>
                </a:lnTo>
                <a:lnTo>
                  <a:pt x="1149281" y="3704152"/>
                </a:lnTo>
                <a:lnTo>
                  <a:pt x="1139688" y="3711330"/>
                </a:lnTo>
                <a:lnTo>
                  <a:pt x="1135071" y="3715060"/>
                </a:lnTo>
                <a:lnTo>
                  <a:pt x="1133703" y="3716311"/>
                </a:lnTo>
                <a:lnTo>
                  <a:pt x="1132789" y="3717285"/>
                </a:lnTo>
                <a:lnTo>
                  <a:pt x="1131768" y="3718111"/>
                </a:lnTo>
                <a:close/>
              </a:path>
            </a:pathLst>
          </a:custGeom>
          <a:solidFill>
            <a:srgbClr val="C3AA9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1190" y="742705"/>
            <a:ext cx="10010636" cy="88892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417426" y="2519761"/>
            <a:ext cx="6162040" cy="6475095"/>
          </a:xfrm>
          <a:custGeom>
            <a:avLst/>
            <a:gdLst/>
            <a:ahLst/>
            <a:cxnLst/>
            <a:rect l="l" t="t" r="r" b="b"/>
            <a:pathLst>
              <a:path w="6162040" h="6475095">
                <a:moveTo>
                  <a:pt x="24910" y="49884"/>
                </a:moveTo>
                <a:lnTo>
                  <a:pt x="15214" y="47923"/>
                </a:lnTo>
                <a:lnTo>
                  <a:pt x="7296" y="42578"/>
                </a:lnTo>
                <a:lnTo>
                  <a:pt x="1957" y="34650"/>
                </a:lnTo>
                <a:lnTo>
                  <a:pt x="0" y="24942"/>
                </a:lnTo>
                <a:lnTo>
                  <a:pt x="1958" y="15232"/>
                </a:lnTo>
                <a:lnTo>
                  <a:pt x="7298" y="7304"/>
                </a:lnTo>
                <a:lnTo>
                  <a:pt x="15216" y="1959"/>
                </a:lnTo>
                <a:lnTo>
                  <a:pt x="24910" y="0"/>
                </a:lnTo>
                <a:lnTo>
                  <a:pt x="34607" y="1960"/>
                </a:lnTo>
                <a:lnTo>
                  <a:pt x="42526" y="7305"/>
                </a:lnTo>
                <a:lnTo>
                  <a:pt x="47864" y="15233"/>
                </a:lnTo>
                <a:lnTo>
                  <a:pt x="49821" y="24942"/>
                </a:lnTo>
                <a:lnTo>
                  <a:pt x="47864" y="34650"/>
                </a:lnTo>
                <a:lnTo>
                  <a:pt x="42525" y="42578"/>
                </a:lnTo>
                <a:lnTo>
                  <a:pt x="34607" y="47923"/>
                </a:lnTo>
                <a:lnTo>
                  <a:pt x="24910" y="49884"/>
                </a:lnTo>
                <a:close/>
              </a:path>
              <a:path w="6162040" h="6475095">
                <a:moveTo>
                  <a:pt x="1771112" y="49884"/>
                </a:moveTo>
                <a:lnTo>
                  <a:pt x="1761416" y="47923"/>
                </a:lnTo>
                <a:lnTo>
                  <a:pt x="1753498" y="42578"/>
                </a:lnTo>
                <a:lnTo>
                  <a:pt x="1748159" y="34650"/>
                </a:lnTo>
                <a:lnTo>
                  <a:pt x="1746201" y="24942"/>
                </a:lnTo>
                <a:lnTo>
                  <a:pt x="1748160" y="15232"/>
                </a:lnTo>
                <a:lnTo>
                  <a:pt x="1753499" y="7304"/>
                </a:lnTo>
                <a:lnTo>
                  <a:pt x="1761418" y="1959"/>
                </a:lnTo>
                <a:lnTo>
                  <a:pt x="1771112" y="0"/>
                </a:lnTo>
                <a:lnTo>
                  <a:pt x="1780809" y="1960"/>
                </a:lnTo>
                <a:lnTo>
                  <a:pt x="1788727" y="7305"/>
                </a:lnTo>
                <a:lnTo>
                  <a:pt x="1794066" y="15233"/>
                </a:lnTo>
                <a:lnTo>
                  <a:pt x="1796023" y="24942"/>
                </a:lnTo>
                <a:lnTo>
                  <a:pt x="1794065" y="34650"/>
                </a:lnTo>
                <a:lnTo>
                  <a:pt x="1788727" y="42578"/>
                </a:lnTo>
                <a:lnTo>
                  <a:pt x="1780808" y="47923"/>
                </a:lnTo>
                <a:lnTo>
                  <a:pt x="1771112" y="49884"/>
                </a:lnTo>
                <a:close/>
              </a:path>
              <a:path w="6162040" h="6475095">
                <a:moveTo>
                  <a:pt x="2644212" y="49884"/>
                </a:moveTo>
                <a:lnTo>
                  <a:pt x="2634516" y="47923"/>
                </a:lnTo>
                <a:lnTo>
                  <a:pt x="2626597" y="42578"/>
                </a:lnTo>
                <a:lnTo>
                  <a:pt x="2621258" y="34650"/>
                </a:lnTo>
                <a:lnTo>
                  <a:pt x="2619301" y="24942"/>
                </a:lnTo>
                <a:lnTo>
                  <a:pt x="2621259" y="15232"/>
                </a:lnTo>
                <a:lnTo>
                  <a:pt x="2626599" y="7304"/>
                </a:lnTo>
                <a:lnTo>
                  <a:pt x="2634518" y="1959"/>
                </a:lnTo>
                <a:lnTo>
                  <a:pt x="2644212" y="0"/>
                </a:lnTo>
                <a:lnTo>
                  <a:pt x="2653908" y="1960"/>
                </a:lnTo>
                <a:lnTo>
                  <a:pt x="2661827" y="7305"/>
                </a:lnTo>
                <a:lnTo>
                  <a:pt x="2667165" y="15233"/>
                </a:lnTo>
                <a:lnTo>
                  <a:pt x="2669122" y="24942"/>
                </a:lnTo>
                <a:lnTo>
                  <a:pt x="2667165" y="34650"/>
                </a:lnTo>
                <a:lnTo>
                  <a:pt x="2661826" y="42578"/>
                </a:lnTo>
                <a:lnTo>
                  <a:pt x="2653908" y="47923"/>
                </a:lnTo>
                <a:lnTo>
                  <a:pt x="2644212" y="49884"/>
                </a:lnTo>
                <a:close/>
              </a:path>
              <a:path w="6162040" h="6475095">
                <a:moveTo>
                  <a:pt x="3517314" y="49884"/>
                </a:moveTo>
                <a:lnTo>
                  <a:pt x="3507618" y="47923"/>
                </a:lnTo>
                <a:lnTo>
                  <a:pt x="3499699" y="42578"/>
                </a:lnTo>
                <a:lnTo>
                  <a:pt x="3494360" y="34650"/>
                </a:lnTo>
                <a:lnTo>
                  <a:pt x="3492403" y="24942"/>
                </a:lnTo>
                <a:lnTo>
                  <a:pt x="3494361" y="15232"/>
                </a:lnTo>
                <a:lnTo>
                  <a:pt x="3499701" y="7304"/>
                </a:lnTo>
                <a:lnTo>
                  <a:pt x="3507620" y="1959"/>
                </a:lnTo>
                <a:lnTo>
                  <a:pt x="3517314" y="0"/>
                </a:lnTo>
                <a:lnTo>
                  <a:pt x="3527010" y="1960"/>
                </a:lnTo>
                <a:lnTo>
                  <a:pt x="3534928" y="7305"/>
                </a:lnTo>
                <a:lnTo>
                  <a:pt x="3540266" y="15233"/>
                </a:lnTo>
                <a:lnTo>
                  <a:pt x="3542225" y="24942"/>
                </a:lnTo>
                <a:lnTo>
                  <a:pt x="3540267" y="34650"/>
                </a:lnTo>
                <a:lnTo>
                  <a:pt x="3534928" y="42578"/>
                </a:lnTo>
                <a:lnTo>
                  <a:pt x="3527010" y="47923"/>
                </a:lnTo>
                <a:lnTo>
                  <a:pt x="3517314" y="49884"/>
                </a:lnTo>
                <a:close/>
              </a:path>
              <a:path w="6162040" h="6475095">
                <a:moveTo>
                  <a:pt x="4390413" y="49884"/>
                </a:moveTo>
                <a:lnTo>
                  <a:pt x="4380717" y="47923"/>
                </a:lnTo>
                <a:lnTo>
                  <a:pt x="4372799" y="42578"/>
                </a:lnTo>
                <a:lnTo>
                  <a:pt x="4367460" y="34650"/>
                </a:lnTo>
                <a:lnTo>
                  <a:pt x="4365502" y="24942"/>
                </a:lnTo>
                <a:lnTo>
                  <a:pt x="4367461" y="15232"/>
                </a:lnTo>
                <a:lnTo>
                  <a:pt x="4372800" y="7304"/>
                </a:lnTo>
                <a:lnTo>
                  <a:pt x="4380719" y="1959"/>
                </a:lnTo>
                <a:lnTo>
                  <a:pt x="4390413" y="0"/>
                </a:lnTo>
                <a:lnTo>
                  <a:pt x="4400110" y="1960"/>
                </a:lnTo>
                <a:lnTo>
                  <a:pt x="4408028" y="7305"/>
                </a:lnTo>
                <a:lnTo>
                  <a:pt x="4413367" y="15233"/>
                </a:lnTo>
                <a:lnTo>
                  <a:pt x="4415324" y="24942"/>
                </a:lnTo>
                <a:lnTo>
                  <a:pt x="4413367" y="34650"/>
                </a:lnTo>
                <a:lnTo>
                  <a:pt x="4408028" y="42578"/>
                </a:lnTo>
                <a:lnTo>
                  <a:pt x="4400109" y="47923"/>
                </a:lnTo>
                <a:lnTo>
                  <a:pt x="4390413" y="49884"/>
                </a:lnTo>
                <a:close/>
              </a:path>
              <a:path w="6162040" h="6475095">
                <a:moveTo>
                  <a:pt x="5263512" y="49884"/>
                </a:moveTo>
                <a:lnTo>
                  <a:pt x="5253816" y="47923"/>
                </a:lnTo>
                <a:lnTo>
                  <a:pt x="5245898" y="42578"/>
                </a:lnTo>
                <a:lnTo>
                  <a:pt x="5240559" y="34650"/>
                </a:lnTo>
                <a:lnTo>
                  <a:pt x="5238602" y="24942"/>
                </a:lnTo>
                <a:lnTo>
                  <a:pt x="5240560" y="15232"/>
                </a:lnTo>
                <a:lnTo>
                  <a:pt x="5245900" y="7304"/>
                </a:lnTo>
                <a:lnTo>
                  <a:pt x="5253818" y="1959"/>
                </a:lnTo>
                <a:lnTo>
                  <a:pt x="5263512" y="0"/>
                </a:lnTo>
                <a:lnTo>
                  <a:pt x="5273211" y="1960"/>
                </a:lnTo>
                <a:lnTo>
                  <a:pt x="5281129" y="7305"/>
                </a:lnTo>
                <a:lnTo>
                  <a:pt x="5286467" y="15233"/>
                </a:lnTo>
                <a:lnTo>
                  <a:pt x="5288424" y="24942"/>
                </a:lnTo>
                <a:lnTo>
                  <a:pt x="5286466" y="34650"/>
                </a:lnTo>
                <a:lnTo>
                  <a:pt x="5281127" y="42578"/>
                </a:lnTo>
                <a:lnTo>
                  <a:pt x="5273209" y="47923"/>
                </a:lnTo>
                <a:lnTo>
                  <a:pt x="5263512" y="49884"/>
                </a:lnTo>
                <a:close/>
              </a:path>
              <a:path w="6162040" h="6475095">
                <a:moveTo>
                  <a:pt x="6136615" y="49884"/>
                </a:moveTo>
                <a:lnTo>
                  <a:pt x="6126919" y="47923"/>
                </a:lnTo>
                <a:lnTo>
                  <a:pt x="6119000" y="42578"/>
                </a:lnTo>
                <a:lnTo>
                  <a:pt x="6113662" y="34650"/>
                </a:lnTo>
                <a:lnTo>
                  <a:pt x="6111704" y="24942"/>
                </a:lnTo>
                <a:lnTo>
                  <a:pt x="6113662" y="15232"/>
                </a:lnTo>
                <a:lnTo>
                  <a:pt x="6119002" y="7304"/>
                </a:lnTo>
                <a:lnTo>
                  <a:pt x="6126921" y="1959"/>
                </a:lnTo>
                <a:lnTo>
                  <a:pt x="6136615" y="0"/>
                </a:lnTo>
                <a:lnTo>
                  <a:pt x="6146312" y="1960"/>
                </a:lnTo>
                <a:lnTo>
                  <a:pt x="6154230" y="7305"/>
                </a:lnTo>
                <a:lnTo>
                  <a:pt x="6159569" y="15233"/>
                </a:lnTo>
                <a:lnTo>
                  <a:pt x="6161526" y="24942"/>
                </a:lnTo>
                <a:lnTo>
                  <a:pt x="6159568" y="34650"/>
                </a:lnTo>
                <a:lnTo>
                  <a:pt x="6154229" y="42578"/>
                </a:lnTo>
                <a:lnTo>
                  <a:pt x="6146311" y="47923"/>
                </a:lnTo>
                <a:lnTo>
                  <a:pt x="6136615" y="49884"/>
                </a:lnTo>
                <a:close/>
              </a:path>
              <a:path w="6162040" h="6475095">
                <a:moveTo>
                  <a:pt x="24910" y="852992"/>
                </a:moveTo>
                <a:lnTo>
                  <a:pt x="15214" y="851032"/>
                </a:lnTo>
                <a:lnTo>
                  <a:pt x="7296" y="845686"/>
                </a:lnTo>
                <a:lnTo>
                  <a:pt x="1957" y="837758"/>
                </a:lnTo>
                <a:lnTo>
                  <a:pt x="0" y="828050"/>
                </a:lnTo>
                <a:lnTo>
                  <a:pt x="1958" y="818340"/>
                </a:lnTo>
                <a:lnTo>
                  <a:pt x="7298" y="810412"/>
                </a:lnTo>
                <a:lnTo>
                  <a:pt x="15216" y="805067"/>
                </a:lnTo>
                <a:lnTo>
                  <a:pt x="24910" y="803108"/>
                </a:lnTo>
                <a:lnTo>
                  <a:pt x="34607" y="805068"/>
                </a:lnTo>
                <a:lnTo>
                  <a:pt x="42526" y="810413"/>
                </a:lnTo>
                <a:lnTo>
                  <a:pt x="47864" y="818341"/>
                </a:lnTo>
                <a:lnTo>
                  <a:pt x="49821" y="828050"/>
                </a:lnTo>
                <a:lnTo>
                  <a:pt x="47864" y="837758"/>
                </a:lnTo>
                <a:lnTo>
                  <a:pt x="42525" y="845686"/>
                </a:lnTo>
                <a:lnTo>
                  <a:pt x="34607" y="851032"/>
                </a:lnTo>
                <a:lnTo>
                  <a:pt x="24910" y="852992"/>
                </a:lnTo>
                <a:close/>
              </a:path>
              <a:path w="6162040" h="6475095">
                <a:moveTo>
                  <a:pt x="898010" y="852992"/>
                </a:moveTo>
                <a:lnTo>
                  <a:pt x="888314" y="851032"/>
                </a:lnTo>
                <a:lnTo>
                  <a:pt x="880395" y="845686"/>
                </a:lnTo>
                <a:lnTo>
                  <a:pt x="875057" y="837758"/>
                </a:lnTo>
                <a:lnTo>
                  <a:pt x="873099" y="828050"/>
                </a:lnTo>
                <a:lnTo>
                  <a:pt x="875057" y="818340"/>
                </a:lnTo>
                <a:lnTo>
                  <a:pt x="880397" y="810412"/>
                </a:lnTo>
                <a:lnTo>
                  <a:pt x="888316" y="805067"/>
                </a:lnTo>
                <a:lnTo>
                  <a:pt x="898010" y="803108"/>
                </a:lnTo>
                <a:lnTo>
                  <a:pt x="907708" y="805068"/>
                </a:lnTo>
                <a:lnTo>
                  <a:pt x="915626" y="810413"/>
                </a:lnTo>
                <a:lnTo>
                  <a:pt x="920964" y="818341"/>
                </a:lnTo>
                <a:lnTo>
                  <a:pt x="922921" y="828050"/>
                </a:lnTo>
                <a:lnTo>
                  <a:pt x="920963" y="837758"/>
                </a:lnTo>
                <a:lnTo>
                  <a:pt x="915624" y="845686"/>
                </a:lnTo>
                <a:lnTo>
                  <a:pt x="907706" y="851032"/>
                </a:lnTo>
                <a:lnTo>
                  <a:pt x="898010" y="852992"/>
                </a:lnTo>
                <a:close/>
              </a:path>
              <a:path w="6162040" h="6475095">
                <a:moveTo>
                  <a:pt x="1771112" y="852992"/>
                </a:moveTo>
                <a:lnTo>
                  <a:pt x="1761416" y="851032"/>
                </a:lnTo>
                <a:lnTo>
                  <a:pt x="1753498" y="845686"/>
                </a:lnTo>
                <a:lnTo>
                  <a:pt x="1748159" y="837758"/>
                </a:lnTo>
                <a:lnTo>
                  <a:pt x="1746201" y="828050"/>
                </a:lnTo>
                <a:lnTo>
                  <a:pt x="1748160" y="818340"/>
                </a:lnTo>
                <a:lnTo>
                  <a:pt x="1753499" y="810412"/>
                </a:lnTo>
                <a:lnTo>
                  <a:pt x="1761418" y="805067"/>
                </a:lnTo>
                <a:lnTo>
                  <a:pt x="1771112" y="803108"/>
                </a:lnTo>
                <a:lnTo>
                  <a:pt x="1780809" y="805068"/>
                </a:lnTo>
                <a:lnTo>
                  <a:pt x="1788727" y="810413"/>
                </a:lnTo>
                <a:lnTo>
                  <a:pt x="1794066" y="818341"/>
                </a:lnTo>
                <a:lnTo>
                  <a:pt x="1796023" y="828050"/>
                </a:lnTo>
                <a:lnTo>
                  <a:pt x="1794065" y="837758"/>
                </a:lnTo>
                <a:lnTo>
                  <a:pt x="1788727" y="845686"/>
                </a:lnTo>
                <a:lnTo>
                  <a:pt x="1780808" y="851032"/>
                </a:lnTo>
                <a:lnTo>
                  <a:pt x="1771112" y="852992"/>
                </a:lnTo>
                <a:close/>
              </a:path>
              <a:path w="6162040" h="6475095">
                <a:moveTo>
                  <a:pt x="2644212" y="852992"/>
                </a:moveTo>
                <a:lnTo>
                  <a:pt x="2634516" y="851032"/>
                </a:lnTo>
                <a:lnTo>
                  <a:pt x="2626597" y="845686"/>
                </a:lnTo>
                <a:lnTo>
                  <a:pt x="2621258" y="837758"/>
                </a:lnTo>
                <a:lnTo>
                  <a:pt x="2619301" y="828050"/>
                </a:lnTo>
                <a:lnTo>
                  <a:pt x="2621259" y="818340"/>
                </a:lnTo>
                <a:lnTo>
                  <a:pt x="2626599" y="810412"/>
                </a:lnTo>
                <a:lnTo>
                  <a:pt x="2634518" y="805067"/>
                </a:lnTo>
                <a:lnTo>
                  <a:pt x="2644212" y="803108"/>
                </a:lnTo>
                <a:lnTo>
                  <a:pt x="2653908" y="805068"/>
                </a:lnTo>
                <a:lnTo>
                  <a:pt x="2661827" y="810413"/>
                </a:lnTo>
                <a:lnTo>
                  <a:pt x="2667165" y="818341"/>
                </a:lnTo>
                <a:lnTo>
                  <a:pt x="2669122" y="828050"/>
                </a:lnTo>
                <a:lnTo>
                  <a:pt x="2667165" y="837758"/>
                </a:lnTo>
                <a:lnTo>
                  <a:pt x="2661826" y="845686"/>
                </a:lnTo>
                <a:lnTo>
                  <a:pt x="2653908" y="851032"/>
                </a:lnTo>
                <a:lnTo>
                  <a:pt x="2644212" y="852992"/>
                </a:lnTo>
                <a:close/>
              </a:path>
              <a:path w="6162040" h="6475095">
                <a:moveTo>
                  <a:pt x="3517314" y="852992"/>
                </a:moveTo>
                <a:lnTo>
                  <a:pt x="3507618" y="851032"/>
                </a:lnTo>
                <a:lnTo>
                  <a:pt x="3499699" y="845686"/>
                </a:lnTo>
                <a:lnTo>
                  <a:pt x="3494360" y="837758"/>
                </a:lnTo>
                <a:lnTo>
                  <a:pt x="3492403" y="828050"/>
                </a:lnTo>
                <a:lnTo>
                  <a:pt x="3494361" y="818340"/>
                </a:lnTo>
                <a:lnTo>
                  <a:pt x="3499701" y="810412"/>
                </a:lnTo>
                <a:lnTo>
                  <a:pt x="3507620" y="805067"/>
                </a:lnTo>
                <a:lnTo>
                  <a:pt x="3517314" y="803108"/>
                </a:lnTo>
                <a:lnTo>
                  <a:pt x="3527010" y="805068"/>
                </a:lnTo>
                <a:lnTo>
                  <a:pt x="3534928" y="810413"/>
                </a:lnTo>
                <a:lnTo>
                  <a:pt x="3540266" y="818341"/>
                </a:lnTo>
                <a:lnTo>
                  <a:pt x="3542225" y="828050"/>
                </a:lnTo>
                <a:lnTo>
                  <a:pt x="3540267" y="837758"/>
                </a:lnTo>
                <a:lnTo>
                  <a:pt x="3534928" y="845686"/>
                </a:lnTo>
                <a:lnTo>
                  <a:pt x="3527010" y="851032"/>
                </a:lnTo>
                <a:lnTo>
                  <a:pt x="3517314" y="852992"/>
                </a:lnTo>
                <a:close/>
              </a:path>
              <a:path w="6162040" h="6475095">
                <a:moveTo>
                  <a:pt x="4390413" y="852992"/>
                </a:moveTo>
                <a:lnTo>
                  <a:pt x="4380717" y="851032"/>
                </a:lnTo>
                <a:lnTo>
                  <a:pt x="4372799" y="845686"/>
                </a:lnTo>
                <a:lnTo>
                  <a:pt x="4367460" y="837758"/>
                </a:lnTo>
                <a:lnTo>
                  <a:pt x="4365502" y="828050"/>
                </a:lnTo>
                <a:lnTo>
                  <a:pt x="4367461" y="818340"/>
                </a:lnTo>
                <a:lnTo>
                  <a:pt x="4372800" y="810412"/>
                </a:lnTo>
                <a:lnTo>
                  <a:pt x="4380719" y="805067"/>
                </a:lnTo>
                <a:lnTo>
                  <a:pt x="4390413" y="803108"/>
                </a:lnTo>
                <a:lnTo>
                  <a:pt x="4400110" y="805068"/>
                </a:lnTo>
                <a:lnTo>
                  <a:pt x="4408028" y="810413"/>
                </a:lnTo>
                <a:lnTo>
                  <a:pt x="4413367" y="818341"/>
                </a:lnTo>
                <a:lnTo>
                  <a:pt x="4415324" y="828050"/>
                </a:lnTo>
                <a:lnTo>
                  <a:pt x="4413367" y="837758"/>
                </a:lnTo>
                <a:lnTo>
                  <a:pt x="4408028" y="845686"/>
                </a:lnTo>
                <a:lnTo>
                  <a:pt x="4400109" y="851032"/>
                </a:lnTo>
                <a:lnTo>
                  <a:pt x="4390413" y="852992"/>
                </a:lnTo>
                <a:close/>
              </a:path>
              <a:path w="6162040" h="6475095">
                <a:moveTo>
                  <a:pt x="5263512" y="852992"/>
                </a:moveTo>
                <a:lnTo>
                  <a:pt x="5253816" y="851032"/>
                </a:lnTo>
                <a:lnTo>
                  <a:pt x="5245898" y="845686"/>
                </a:lnTo>
                <a:lnTo>
                  <a:pt x="5240559" y="837758"/>
                </a:lnTo>
                <a:lnTo>
                  <a:pt x="5238602" y="828050"/>
                </a:lnTo>
                <a:lnTo>
                  <a:pt x="5240560" y="818340"/>
                </a:lnTo>
                <a:lnTo>
                  <a:pt x="5245900" y="810412"/>
                </a:lnTo>
                <a:lnTo>
                  <a:pt x="5253818" y="805067"/>
                </a:lnTo>
                <a:lnTo>
                  <a:pt x="5263512" y="803108"/>
                </a:lnTo>
                <a:lnTo>
                  <a:pt x="5273211" y="805068"/>
                </a:lnTo>
                <a:lnTo>
                  <a:pt x="5281129" y="810413"/>
                </a:lnTo>
                <a:lnTo>
                  <a:pt x="5286467" y="818341"/>
                </a:lnTo>
                <a:lnTo>
                  <a:pt x="5288424" y="828050"/>
                </a:lnTo>
                <a:lnTo>
                  <a:pt x="5286466" y="837758"/>
                </a:lnTo>
                <a:lnTo>
                  <a:pt x="5281127" y="845686"/>
                </a:lnTo>
                <a:lnTo>
                  <a:pt x="5273209" y="851032"/>
                </a:lnTo>
                <a:lnTo>
                  <a:pt x="5263512" y="852992"/>
                </a:lnTo>
                <a:close/>
              </a:path>
              <a:path w="6162040" h="6475095">
                <a:moveTo>
                  <a:pt x="6136615" y="852992"/>
                </a:moveTo>
                <a:lnTo>
                  <a:pt x="6126919" y="851032"/>
                </a:lnTo>
                <a:lnTo>
                  <a:pt x="6119000" y="845686"/>
                </a:lnTo>
                <a:lnTo>
                  <a:pt x="6113662" y="837758"/>
                </a:lnTo>
                <a:lnTo>
                  <a:pt x="6111704" y="828050"/>
                </a:lnTo>
                <a:lnTo>
                  <a:pt x="6113662" y="818340"/>
                </a:lnTo>
                <a:lnTo>
                  <a:pt x="6119002" y="810412"/>
                </a:lnTo>
                <a:lnTo>
                  <a:pt x="6126921" y="805067"/>
                </a:lnTo>
                <a:lnTo>
                  <a:pt x="6136615" y="803108"/>
                </a:lnTo>
                <a:lnTo>
                  <a:pt x="6146312" y="805068"/>
                </a:lnTo>
                <a:lnTo>
                  <a:pt x="6154230" y="810413"/>
                </a:lnTo>
                <a:lnTo>
                  <a:pt x="6159569" y="818341"/>
                </a:lnTo>
                <a:lnTo>
                  <a:pt x="6161526" y="828050"/>
                </a:lnTo>
                <a:lnTo>
                  <a:pt x="6159568" y="837758"/>
                </a:lnTo>
                <a:lnTo>
                  <a:pt x="6154229" y="845686"/>
                </a:lnTo>
                <a:lnTo>
                  <a:pt x="6146311" y="851032"/>
                </a:lnTo>
                <a:lnTo>
                  <a:pt x="6136615" y="852992"/>
                </a:lnTo>
                <a:close/>
              </a:path>
              <a:path w="6162040" h="6475095">
                <a:moveTo>
                  <a:pt x="24910" y="1656097"/>
                </a:moveTo>
                <a:lnTo>
                  <a:pt x="15214" y="1654137"/>
                </a:lnTo>
                <a:lnTo>
                  <a:pt x="7296" y="1648791"/>
                </a:lnTo>
                <a:lnTo>
                  <a:pt x="1957" y="1640863"/>
                </a:lnTo>
                <a:lnTo>
                  <a:pt x="0" y="1631155"/>
                </a:lnTo>
                <a:lnTo>
                  <a:pt x="1957" y="1621447"/>
                </a:lnTo>
                <a:lnTo>
                  <a:pt x="7296" y="1613518"/>
                </a:lnTo>
                <a:lnTo>
                  <a:pt x="15214" y="1608173"/>
                </a:lnTo>
                <a:lnTo>
                  <a:pt x="24910" y="1606213"/>
                </a:lnTo>
                <a:lnTo>
                  <a:pt x="34607" y="1608173"/>
                </a:lnTo>
                <a:lnTo>
                  <a:pt x="42525" y="1613518"/>
                </a:lnTo>
                <a:lnTo>
                  <a:pt x="47864" y="1621447"/>
                </a:lnTo>
                <a:lnTo>
                  <a:pt x="49821" y="1631155"/>
                </a:lnTo>
                <a:lnTo>
                  <a:pt x="47864" y="1640863"/>
                </a:lnTo>
                <a:lnTo>
                  <a:pt x="42525" y="1648791"/>
                </a:lnTo>
                <a:lnTo>
                  <a:pt x="34607" y="1654137"/>
                </a:lnTo>
                <a:lnTo>
                  <a:pt x="24910" y="1656097"/>
                </a:lnTo>
                <a:close/>
              </a:path>
              <a:path w="6162040" h="6475095">
                <a:moveTo>
                  <a:pt x="898010" y="1656097"/>
                </a:moveTo>
                <a:lnTo>
                  <a:pt x="888314" y="1654137"/>
                </a:lnTo>
                <a:lnTo>
                  <a:pt x="880395" y="1648791"/>
                </a:lnTo>
                <a:lnTo>
                  <a:pt x="875057" y="1640863"/>
                </a:lnTo>
                <a:lnTo>
                  <a:pt x="873099" y="1631155"/>
                </a:lnTo>
                <a:lnTo>
                  <a:pt x="875057" y="1621447"/>
                </a:lnTo>
                <a:lnTo>
                  <a:pt x="880395" y="1613518"/>
                </a:lnTo>
                <a:lnTo>
                  <a:pt x="888314" y="1608173"/>
                </a:lnTo>
                <a:lnTo>
                  <a:pt x="898010" y="1606213"/>
                </a:lnTo>
                <a:lnTo>
                  <a:pt x="907707" y="1608173"/>
                </a:lnTo>
                <a:lnTo>
                  <a:pt x="915625" y="1613518"/>
                </a:lnTo>
                <a:lnTo>
                  <a:pt x="920963" y="1621447"/>
                </a:lnTo>
                <a:lnTo>
                  <a:pt x="922921" y="1631155"/>
                </a:lnTo>
                <a:lnTo>
                  <a:pt x="920963" y="1640863"/>
                </a:lnTo>
                <a:lnTo>
                  <a:pt x="915624" y="1648791"/>
                </a:lnTo>
                <a:lnTo>
                  <a:pt x="907706" y="1654137"/>
                </a:lnTo>
                <a:lnTo>
                  <a:pt x="898010" y="1656097"/>
                </a:lnTo>
                <a:close/>
              </a:path>
              <a:path w="6162040" h="6475095">
                <a:moveTo>
                  <a:pt x="1771112" y="1656097"/>
                </a:moveTo>
                <a:lnTo>
                  <a:pt x="1761416" y="1654137"/>
                </a:lnTo>
                <a:lnTo>
                  <a:pt x="1753498" y="1648791"/>
                </a:lnTo>
                <a:lnTo>
                  <a:pt x="1748159" y="1640863"/>
                </a:lnTo>
                <a:lnTo>
                  <a:pt x="1746201" y="1631155"/>
                </a:lnTo>
                <a:lnTo>
                  <a:pt x="1748159" y="1621447"/>
                </a:lnTo>
                <a:lnTo>
                  <a:pt x="1753498" y="1613518"/>
                </a:lnTo>
                <a:lnTo>
                  <a:pt x="1761416" y="1608173"/>
                </a:lnTo>
                <a:lnTo>
                  <a:pt x="1771112" y="1606213"/>
                </a:lnTo>
                <a:lnTo>
                  <a:pt x="1780808" y="1608173"/>
                </a:lnTo>
                <a:lnTo>
                  <a:pt x="1788727" y="1613518"/>
                </a:lnTo>
                <a:lnTo>
                  <a:pt x="1794065" y="1621447"/>
                </a:lnTo>
                <a:lnTo>
                  <a:pt x="1796023" y="1631155"/>
                </a:lnTo>
                <a:lnTo>
                  <a:pt x="1794065" y="1640863"/>
                </a:lnTo>
                <a:lnTo>
                  <a:pt x="1788727" y="1648791"/>
                </a:lnTo>
                <a:lnTo>
                  <a:pt x="1780808" y="1654137"/>
                </a:lnTo>
                <a:lnTo>
                  <a:pt x="1771112" y="1656097"/>
                </a:lnTo>
                <a:close/>
              </a:path>
              <a:path w="6162040" h="6475095">
                <a:moveTo>
                  <a:pt x="2644212" y="1656097"/>
                </a:moveTo>
                <a:lnTo>
                  <a:pt x="2634516" y="1654137"/>
                </a:lnTo>
                <a:lnTo>
                  <a:pt x="2626597" y="1648791"/>
                </a:lnTo>
                <a:lnTo>
                  <a:pt x="2621258" y="1640863"/>
                </a:lnTo>
                <a:lnTo>
                  <a:pt x="2619301" y="1631155"/>
                </a:lnTo>
                <a:lnTo>
                  <a:pt x="2621258" y="1621447"/>
                </a:lnTo>
                <a:lnTo>
                  <a:pt x="2626597" y="1613518"/>
                </a:lnTo>
                <a:lnTo>
                  <a:pt x="2634516" y="1608173"/>
                </a:lnTo>
                <a:lnTo>
                  <a:pt x="2644212" y="1606213"/>
                </a:lnTo>
                <a:lnTo>
                  <a:pt x="2653908" y="1608173"/>
                </a:lnTo>
                <a:lnTo>
                  <a:pt x="2661826" y="1613518"/>
                </a:lnTo>
                <a:lnTo>
                  <a:pt x="2667165" y="1621447"/>
                </a:lnTo>
                <a:lnTo>
                  <a:pt x="2669122" y="1631155"/>
                </a:lnTo>
                <a:lnTo>
                  <a:pt x="2667165" y="1640863"/>
                </a:lnTo>
                <a:lnTo>
                  <a:pt x="2661826" y="1648791"/>
                </a:lnTo>
                <a:lnTo>
                  <a:pt x="2653908" y="1654137"/>
                </a:lnTo>
                <a:lnTo>
                  <a:pt x="2644212" y="1656097"/>
                </a:lnTo>
                <a:close/>
              </a:path>
              <a:path w="6162040" h="6475095">
                <a:moveTo>
                  <a:pt x="3517314" y="1656097"/>
                </a:moveTo>
                <a:lnTo>
                  <a:pt x="3507618" y="1654137"/>
                </a:lnTo>
                <a:lnTo>
                  <a:pt x="3499699" y="1648791"/>
                </a:lnTo>
                <a:lnTo>
                  <a:pt x="3494360" y="1640863"/>
                </a:lnTo>
                <a:lnTo>
                  <a:pt x="3492403" y="1631155"/>
                </a:lnTo>
                <a:lnTo>
                  <a:pt x="3494360" y="1621447"/>
                </a:lnTo>
                <a:lnTo>
                  <a:pt x="3499699" y="1613518"/>
                </a:lnTo>
                <a:lnTo>
                  <a:pt x="3507618" y="1608173"/>
                </a:lnTo>
                <a:lnTo>
                  <a:pt x="3517314" y="1606213"/>
                </a:lnTo>
                <a:lnTo>
                  <a:pt x="3527010" y="1608173"/>
                </a:lnTo>
                <a:lnTo>
                  <a:pt x="3534928" y="1613518"/>
                </a:lnTo>
                <a:lnTo>
                  <a:pt x="3540267" y="1621447"/>
                </a:lnTo>
                <a:lnTo>
                  <a:pt x="3542225" y="1631155"/>
                </a:lnTo>
                <a:lnTo>
                  <a:pt x="3540267" y="1640863"/>
                </a:lnTo>
                <a:lnTo>
                  <a:pt x="3534928" y="1648791"/>
                </a:lnTo>
                <a:lnTo>
                  <a:pt x="3527010" y="1654137"/>
                </a:lnTo>
                <a:lnTo>
                  <a:pt x="3517314" y="1656097"/>
                </a:lnTo>
                <a:close/>
              </a:path>
              <a:path w="6162040" h="6475095">
                <a:moveTo>
                  <a:pt x="4390413" y="1656097"/>
                </a:moveTo>
                <a:lnTo>
                  <a:pt x="4380717" y="1654137"/>
                </a:lnTo>
                <a:lnTo>
                  <a:pt x="4372799" y="1648791"/>
                </a:lnTo>
                <a:lnTo>
                  <a:pt x="4367460" y="1640863"/>
                </a:lnTo>
                <a:lnTo>
                  <a:pt x="4365502" y="1631155"/>
                </a:lnTo>
                <a:lnTo>
                  <a:pt x="4367460" y="1621447"/>
                </a:lnTo>
                <a:lnTo>
                  <a:pt x="4372799" y="1613518"/>
                </a:lnTo>
                <a:lnTo>
                  <a:pt x="4380717" y="1608173"/>
                </a:lnTo>
                <a:lnTo>
                  <a:pt x="4390413" y="1606213"/>
                </a:lnTo>
                <a:lnTo>
                  <a:pt x="4400109" y="1608173"/>
                </a:lnTo>
                <a:lnTo>
                  <a:pt x="4408028" y="1613518"/>
                </a:lnTo>
                <a:lnTo>
                  <a:pt x="4413367" y="1621447"/>
                </a:lnTo>
                <a:lnTo>
                  <a:pt x="4415324" y="1631155"/>
                </a:lnTo>
                <a:lnTo>
                  <a:pt x="4413367" y="1640863"/>
                </a:lnTo>
                <a:lnTo>
                  <a:pt x="4408028" y="1648791"/>
                </a:lnTo>
                <a:lnTo>
                  <a:pt x="4400109" y="1654137"/>
                </a:lnTo>
                <a:lnTo>
                  <a:pt x="4390413" y="1656097"/>
                </a:lnTo>
                <a:close/>
              </a:path>
              <a:path w="6162040" h="6475095">
                <a:moveTo>
                  <a:pt x="5263512" y="1656097"/>
                </a:moveTo>
                <a:lnTo>
                  <a:pt x="5253816" y="1654137"/>
                </a:lnTo>
                <a:lnTo>
                  <a:pt x="5245898" y="1648791"/>
                </a:lnTo>
                <a:lnTo>
                  <a:pt x="5240559" y="1640863"/>
                </a:lnTo>
                <a:lnTo>
                  <a:pt x="5238602" y="1631155"/>
                </a:lnTo>
                <a:lnTo>
                  <a:pt x="5240559" y="1621447"/>
                </a:lnTo>
                <a:lnTo>
                  <a:pt x="5245898" y="1613518"/>
                </a:lnTo>
                <a:lnTo>
                  <a:pt x="5253816" y="1608173"/>
                </a:lnTo>
                <a:lnTo>
                  <a:pt x="5263512" y="1606213"/>
                </a:lnTo>
                <a:lnTo>
                  <a:pt x="5273210" y="1608173"/>
                </a:lnTo>
                <a:lnTo>
                  <a:pt x="5281128" y="1613518"/>
                </a:lnTo>
                <a:lnTo>
                  <a:pt x="5286466" y="1621447"/>
                </a:lnTo>
                <a:lnTo>
                  <a:pt x="5288424" y="1631155"/>
                </a:lnTo>
                <a:lnTo>
                  <a:pt x="5286466" y="1640863"/>
                </a:lnTo>
                <a:lnTo>
                  <a:pt x="5281127" y="1648791"/>
                </a:lnTo>
                <a:lnTo>
                  <a:pt x="5273209" y="1654137"/>
                </a:lnTo>
                <a:lnTo>
                  <a:pt x="5263512" y="1656097"/>
                </a:lnTo>
                <a:close/>
              </a:path>
              <a:path w="6162040" h="6475095">
                <a:moveTo>
                  <a:pt x="6136615" y="1656097"/>
                </a:moveTo>
                <a:lnTo>
                  <a:pt x="6126919" y="1654137"/>
                </a:lnTo>
                <a:lnTo>
                  <a:pt x="6119000" y="1648791"/>
                </a:lnTo>
                <a:lnTo>
                  <a:pt x="6113662" y="1640863"/>
                </a:lnTo>
                <a:lnTo>
                  <a:pt x="6111704" y="1631155"/>
                </a:lnTo>
                <a:lnTo>
                  <a:pt x="6113662" y="1621447"/>
                </a:lnTo>
                <a:lnTo>
                  <a:pt x="6119000" y="1613518"/>
                </a:lnTo>
                <a:lnTo>
                  <a:pt x="6126919" y="1608173"/>
                </a:lnTo>
                <a:lnTo>
                  <a:pt x="6136615" y="1606213"/>
                </a:lnTo>
                <a:lnTo>
                  <a:pt x="6146311" y="1608173"/>
                </a:lnTo>
                <a:lnTo>
                  <a:pt x="6154229" y="1613518"/>
                </a:lnTo>
                <a:lnTo>
                  <a:pt x="6159568" y="1621447"/>
                </a:lnTo>
                <a:lnTo>
                  <a:pt x="6161526" y="1631155"/>
                </a:lnTo>
                <a:lnTo>
                  <a:pt x="6159568" y="1640863"/>
                </a:lnTo>
                <a:lnTo>
                  <a:pt x="6154229" y="1648791"/>
                </a:lnTo>
                <a:lnTo>
                  <a:pt x="6146311" y="1654137"/>
                </a:lnTo>
                <a:lnTo>
                  <a:pt x="6136615" y="1656097"/>
                </a:lnTo>
                <a:close/>
              </a:path>
              <a:path w="6162040" h="6475095">
                <a:moveTo>
                  <a:pt x="24910" y="2459205"/>
                </a:moveTo>
                <a:lnTo>
                  <a:pt x="15214" y="2457244"/>
                </a:lnTo>
                <a:lnTo>
                  <a:pt x="7296" y="2451899"/>
                </a:lnTo>
                <a:lnTo>
                  <a:pt x="1957" y="2443971"/>
                </a:lnTo>
                <a:lnTo>
                  <a:pt x="0" y="2434263"/>
                </a:lnTo>
                <a:lnTo>
                  <a:pt x="1957" y="2424555"/>
                </a:lnTo>
                <a:lnTo>
                  <a:pt x="7296" y="2416626"/>
                </a:lnTo>
                <a:lnTo>
                  <a:pt x="15214" y="2411281"/>
                </a:lnTo>
                <a:lnTo>
                  <a:pt x="24910" y="2409321"/>
                </a:lnTo>
                <a:lnTo>
                  <a:pt x="34607" y="2411281"/>
                </a:lnTo>
                <a:lnTo>
                  <a:pt x="42525" y="2416626"/>
                </a:lnTo>
                <a:lnTo>
                  <a:pt x="47864" y="2424555"/>
                </a:lnTo>
                <a:lnTo>
                  <a:pt x="49821" y="2434263"/>
                </a:lnTo>
                <a:lnTo>
                  <a:pt x="47864" y="2443971"/>
                </a:lnTo>
                <a:lnTo>
                  <a:pt x="42525" y="2451899"/>
                </a:lnTo>
                <a:lnTo>
                  <a:pt x="34607" y="2457244"/>
                </a:lnTo>
                <a:lnTo>
                  <a:pt x="24910" y="2459205"/>
                </a:lnTo>
                <a:close/>
              </a:path>
              <a:path w="6162040" h="6475095">
                <a:moveTo>
                  <a:pt x="898010" y="2459205"/>
                </a:moveTo>
                <a:lnTo>
                  <a:pt x="888314" y="2457244"/>
                </a:lnTo>
                <a:lnTo>
                  <a:pt x="880395" y="2451899"/>
                </a:lnTo>
                <a:lnTo>
                  <a:pt x="875057" y="2443971"/>
                </a:lnTo>
                <a:lnTo>
                  <a:pt x="873099" y="2434263"/>
                </a:lnTo>
                <a:lnTo>
                  <a:pt x="875057" y="2424555"/>
                </a:lnTo>
                <a:lnTo>
                  <a:pt x="880395" y="2416626"/>
                </a:lnTo>
                <a:lnTo>
                  <a:pt x="888314" y="2411281"/>
                </a:lnTo>
                <a:lnTo>
                  <a:pt x="898010" y="2409321"/>
                </a:lnTo>
                <a:lnTo>
                  <a:pt x="907707" y="2411281"/>
                </a:lnTo>
                <a:lnTo>
                  <a:pt x="915625" y="2416626"/>
                </a:lnTo>
                <a:lnTo>
                  <a:pt x="920963" y="2424555"/>
                </a:lnTo>
                <a:lnTo>
                  <a:pt x="922921" y="2434263"/>
                </a:lnTo>
                <a:lnTo>
                  <a:pt x="920963" y="2443971"/>
                </a:lnTo>
                <a:lnTo>
                  <a:pt x="915624" y="2451899"/>
                </a:lnTo>
                <a:lnTo>
                  <a:pt x="907706" y="2457244"/>
                </a:lnTo>
                <a:lnTo>
                  <a:pt x="898010" y="2459205"/>
                </a:lnTo>
                <a:close/>
              </a:path>
              <a:path w="6162040" h="6475095">
                <a:moveTo>
                  <a:pt x="1771112" y="2459205"/>
                </a:moveTo>
                <a:lnTo>
                  <a:pt x="1761416" y="2457244"/>
                </a:lnTo>
                <a:lnTo>
                  <a:pt x="1753498" y="2451899"/>
                </a:lnTo>
                <a:lnTo>
                  <a:pt x="1748159" y="2443971"/>
                </a:lnTo>
                <a:lnTo>
                  <a:pt x="1746201" y="2434263"/>
                </a:lnTo>
                <a:lnTo>
                  <a:pt x="1748159" y="2424555"/>
                </a:lnTo>
                <a:lnTo>
                  <a:pt x="1753498" y="2416626"/>
                </a:lnTo>
                <a:lnTo>
                  <a:pt x="1761416" y="2411281"/>
                </a:lnTo>
                <a:lnTo>
                  <a:pt x="1771112" y="2409321"/>
                </a:lnTo>
                <a:lnTo>
                  <a:pt x="1780808" y="2411281"/>
                </a:lnTo>
                <a:lnTo>
                  <a:pt x="1788727" y="2416626"/>
                </a:lnTo>
                <a:lnTo>
                  <a:pt x="1794065" y="2424555"/>
                </a:lnTo>
                <a:lnTo>
                  <a:pt x="1796023" y="2434263"/>
                </a:lnTo>
                <a:lnTo>
                  <a:pt x="1794065" y="2443971"/>
                </a:lnTo>
                <a:lnTo>
                  <a:pt x="1788727" y="2451899"/>
                </a:lnTo>
                <a:lnTo>
                  <a:pt x="1780808" y="2457244"/>
                </a:lnTo>
                <a:lnTo>
                  <a:pt x="1771112" y="2459205"/>
                </a:lnTo>
                <a:close/>
              </a:path>
              <a:path w="6162040" h="6475095">
                <a:moveTo>
                  <a:pt x="2644212" y="2459205"/>
                </a:moveTo>
                <a:lnTo>
                  <a:pt x="2634516" y="2457244"/>
                </a:lnTo>
                <a:lnTo>
                  <a:pt x="2626597" y="2451899"/>
                </a:lnTo>
                <a:lnTo>
                  <a:pt x="2621258" y="2443971"/>
                </a:lnTo>
                <a:lnTo>
                  <a:pt x="2619301" y="2434263"/>
                </a:lnTo>
                <a:lnTo>
                  <a:pt x="2621258" y="2424555"/>
                </a:lnTo>
                <a:lnTo>
                  <a:pt x="2626597" y="2416626"/>
                </a:lnTo>
                <a:lnTo>
                  <a:pt x="2634516" y="2411281"/>
                </a:lnTo>
                <a:lnTo>
                  <a:pt x="2644212" y="2409321"/>
                </a:lnTo>
                <a:lnTo>
                  <a:pt x="2653908" y="2411281"/>
                </a:lnTo>
                <a:lnTo>
                  <a:pt x="2661826" y="2416626"/>
                </a:lnTo>
                <a:lnTo>
                  <a:pt x="2667165" y="2424555"/>
                </a:lnTo>
                <a:lnTo>
                  <a:pt x="2669122" y="2434263"/>
                </a:lnTo>
                <a:lnTo>
                  <a:pt x="2667165" y="2443971"/>
                </a:lnTo>
                <a:lnTo>
                  <a:pt x="2661826" y="2451899"/>
                </a:lnTo>
                <a:lnTo>
                  <a:pt x="2653908" y="2457244"/>
                </a:lnTo>
                <a:lnTo>
                  <a:pt x="2644212" y="2459205"/>
                </a:lnTo>
                <a:close/>
              </a:path>
              <a:path w="6162040" h="6475095">
                <a:moveTo>
                  <a:pt x="3517314" y="2459205"/>
                </a:moveTo>
                <a:lnTo>
                  <a:pt x="3507618" y="2457244"/>
                </a:lnTo>
                <a:lnTo>
                  <a:pt x="3499699" y="2451899"/>
                </a:lnTo>
                <a:lnTo>
                  <a:pt x="3494360" y="2443971"/>
                </a:lnTo>
                <a:lnTo>
                  <a:pt x="3492403" y="2434263"/>
                </a:lnTo>
                <a:lnTo>
                  <a:pt x="3494360" y="2424555"/>
                </a:lnTo>
                <a:lnTo>
                  <a:pt x="3499699" y="2416626"/>
                </a:lnTo>
                <a:lnTo>
                  <a:pt x="3507618" y="2411281"/>
                </a:lnTo>
                <a:lnTo>
                  <a:pt x="3517314" y="2409321"/>
                </a:lnTo>
                <a:lnTo>
                  <a:pt x="3527010" y="2411281"/>
                </a:lnTo>
                <a:lnTo>
                  <a:pt x="3534928" y="2416626"/>
                </a:lnTo>
                <a:lnTo>
                  <a:pt x="3540267" y="2424555"/>
                </a:lnTo>
                <a:lnTo>
                  <a:pt x="3542225" y="2434263"/>
                </a:lnTo>
                <a:lnTo>
                  <a:pt x="3540267" y="2443971"/>
                </a:lnTo>
                <a:lnTo>
                  <a:pt x="3534928" y="2451899"/>
                </a:lnTo>
                <a:lnTo>
                  <a:pt x="3527010" y="2457244"/>
                </a:lnTo>
                <a:lnTo>
                  <a:pt x="3517314" y="2459205"/>
                </a:lnTo>
                <a:close/>
              </a:path>
              <a:path w="6162040" h="6475095">
                <a:moveTo>
                  <a:pt x="4390413" y="2459205"/>
                </a:moveTo>
                <a:lnTo>
                  <a:pt x="4380717" y="2457244"/>
                </a:lnTo>
                <a:lnTo>
                  <a:pt x="4372799" y="2451899"/>
                </a:lnTo>
                <a:lnTo>
                  <a:pt x="4367460" y="2443971"/>
                </a:lnTo>
                <a:lnTo>
                  <a:pt x="4365502" y="2434263"/>
                </a:lnTo>
                <a:lnTo>
                  <a:pt x="4367460" y="2424555"/>
                </a:lnTo>
                <a:lnTo>
                  <a:pt x="4372799" y="2416626"/>
                </a:lnTo>
                <a:lnTo>
                  <a:pt x="4380717" y="2411281"/>
                </a:lnTo>
                <a:lnTo>
                  <a:pt x="4390413" y="2409321"/>
                </a:lnTo>
                <a:lnTo>
                  <a:pt x="4400109" y="2411281"/>
                </a:lnTo>
                <a:lnTo>
                  <a:pt x="4408028" y="2416626"/>
                </a:lnTo>
                <a:lnTo>
                  <a:pt x="4413367" y="2424555"/>
                </a:lnTo>
                <a:lnTo>
                  <a:pt x="4415324" y="2434263"/>
                </a:lnTo>
                <a:lnTo>
                  <a:pt x="4413367" y="2443971"/>
                </a:lnTo>
                <a:lnTo>
                  <a:pt x="4408028" y="2451899"/>
                </a:lnTo>
                <a:lnTo>
                  <a:pt x="4400109" y="2457244"/>
                </a:lnTo>
                <a:lnTo>
                  <a:pt x="4390413" y="2459205"/>
                </a:lnTo>
                <a:close/>
              </a:path>
              <a:path w="6162040" h="6475095">
                <a:moveTo>
                  <a:pt x="5263512" y="2459205"/>
                </a:moveTo>
                <a:lnTo>
                  <a:pt x="5253816" y="2457244"/>
                </a:lnTo>
                <a:lnTo>
                  <a:pt x="5245898" y="2451899"/>
                </a:lnTo>
                <a:lnTo>
                  <a:pt x="5240559" y="2443971"/>
                </a:lnTo>
                <a:lnTo>
                  <a:pt x="5238602" y="2434263"/>
                </a:lnTo>
                <a:lnTo>
                  <a:pt x="5240559" y="2424555"/>
                </a:lnTo>
                <a:lnTo>
                  <a:pt x="5245898" y="2416626"/>
                </a:lnTo>
                <a:lnTo>
                  <a:pt x="5253816" y="2411281"/>
                </a:lnTo>
                <a:lnTo>
                  <a:pt x="5263512" y="2409321"/>
                </a:lnTo>
                <a:lnTo>
                  <a:pt x="5273210" y="2411281"/>
                </a:lnTo>
                <a:lnTo>
                  <a:pt x="5281128" y="2416626"/>
                </a:lnTo>
                <a:lnTo>
                  <a:pt x="5286466" y="2424555"/>
                </a:lnTo>
                <a:lnTo>
                  <a:pt x="5288424" y="2434263"/>
                </a:lnTo>
                <a:lnTo>
                  <a:pt x="5286466" y="2443971"/>
                </a:lnTo>
                <a:lnTo>
                  <a:pt x="5281127" y="2451899"/>
                </a:lnTo>
                <a:lnTo>
                  <a:pt x="5273209" y="2457244"/>
                </a:lnTo>
                <a:lnTo>
                  <a:pt x="5263512" y="2459205"/>
                </a:lnTo>
                <a:close/>
              </a:path>
              <a:path w="6162040" h="6475095">
                <a:moveTo>
                  <a:pt x="6136615" y="2459205"/>
                </a:moveTo>
                <a:lnTo>
                  <a:pt x="6126919" y="2457244"/>
                </a:lnTo>
                <a:lnTo>
                  <a:pt x="6119000" y="2451899"/>
                </a:lnTo>
                <a:lnTo>
                  <a:pt x="6113662" y="2443971"/>
                </a:lnTo>
                <a:lnTo>
                  <a:pt x="6111704" y="2434263"/>
                </a:lnTo>
                <a:lnTo>
                  <a:pt x="6113662" y="2424555"/>
                </a:lnTo>
                <a:lnTo>
                  <a:pt x="6119000" y="2416626"/>
                </a:lnTo>
                <a:lnTo>
                  <a:pt x="6126919" y="2411281"/>
                </a:lnTo>
                <a:lnTo>
                  <a:pt x="6136615" y="2409321"/>
                </a:lnTo>
                <a:lnTo>
                  <a:pt x="6146311" y="2411281"/>
                </a:lnTo>
                <a:lnTo>
                  <a:pt x="6154229" y="2416626"/>
                </a:lnTo>
                <a:lnTo>
                  <a:pt x="6159568" y="2424555"/>
                </a:lnTo>
                <a:lnTo>
                  <a:pt x="6161526" y="2434263"/>
                </a:lnTo>
                <a:lnTo>
                  <a:pt x="6159568" y="2443971"/>
                </a:lnTo>
                <a:lnTo>
                  <a:pt x="6154229" y="2451899"/>
                </a:lnTo>
                <a:lnTo>
                  <a:pt x="6146311" y="2457244"/>
                </a:lnTo>
                <a:lnTo>
                  <a:pt x="6136615" y="2459205"/>
                </a:lnTo>
                <a:close/>
              </a:path>
              <a:path w="6162040" h="6475095">
                <a:moveTo>
                  <a:pt x="24910" y="3262313"/>
                </a:moveTo>
                <a:lnTo>
                  <a:pt x="15214" y="3260353"/>
                </a:lnTo>
                <a:lnTo>
                  <a:pt x="7296" y="3255007"/>
                </a:lnTo>
                <a:lnTo>
                  <a:pt x="1957" y="3247079"/>
                </a:lnTo>
                <a:lnTo>
                  <a:pt x="0" y="3237371"/>
                </a:lnTo>
                <a:lnTo>
                  <a:pt x="1958" y="3227661"/>
                </a:lnTo>
                <a:lnTo>
                  <a:pt x="7298" y="3219733"/>
                </a:lnTo>
                <a:lnTo>
                  <a:pt x="15216" y="3214388"/>
                </a:lnTo>
                <a:lnTo>
                  <a:pt x="24910" y="3212429"/>
                </a:lnTo>
                <a:lnTo>
                  <a:pt x="34607" y="3214389"/>
                </a:lnTo>
                <a:lnTo>
                  <a:pt x="42526" y="3219734"/>
                </a:lnTo>
                <a:lnTo>
                  <a:pt x="47864" y="3227663"/>
                </a:lnTo>
                <a:lnTo>
                  <a:pt x="49821" y="3237371"/>
                </a:lnTo>
                <a:lnTo>
                  <a:pt x="47864" y="3247079"/>
                </a:lnTo>
                <a:lnTo>
                  <a:pt x="42525" y="3255007"/>
                </a:lnTo>
                <a:lnTo>
                  <a:pt x="34607" y="3260353"/>
                </a:lnTo>
                <a:lnTo>
                  <a:pt x="24910" y="3262313"/>
                </a:lnTo>
                <a:close/>
              </a:path>
              <a:path w="6162040" h="6475095">
                <a:moveTo>
                  <a:pt x="898010" y="3262313"/>
                </a:moveTo>
                <a:lnTo>
                  <a:pt x="888314" y="3260353"/>
                </a:lnTo>
                <a:lnTo>
                  <a:pt x="880395" y="3255007"/>
                </a:lnTo>
                <a:lnTo>
                  <a:pt x="875057" y="3247079"/>
                </a:lnTo>
                <a:lnTo>
                  <a:pt x="873099" y="3237371"/>
                </a:lnTo>
                <a:lnTo>
                  <a:pt x="875057" y="3227661"/>
                </a:lnTo>
                <a:lnTo>
                  <a:pt x="880397" y="3219733"/>
                </a:lnTo>
                <a:lnTo>
                  <a:pt x="888316" y="3214388"/>
                </a:lnTo>
                <a:lnTo>
                  <a:pt x="898010" y="3212429"/>
                </a:lnTo>
                <a:lnTo>
                  <a:pt x="907708" y="3214389"/>
                </a:lnTo>
                <a:lnTo>
                  <a:pt x="915626" y="3219734"/>
                </a:lnTo>
                <a:lnTo>
                  <a:pt x="920964" y="3227663"/>
                </a:lnTo>
                <a:lnTo>
                  <a:pt x="922921" y="3237371"/>
                </a:lnTo>
                <a:lnTo>
                  <a:pt x="920963" y="3247079"/>
                </a:lnTo>
                <a:lnTo>
                  <a:pt x="915624" y="3255007"/>
                </a:lnTo>
                <a:lnTo>
                  <a:pt x="907706" y="3260353"/>
                </a:lnTo>
                <a:lnTo>
                  <a:pt x="898010" y="3262313"/>
                </a:lnTo>
                <a:close/>
              </a:path>
              <a:path w="6162040" h="6475095">
                <a:moveTo>
                  <a:pt x="1771112" y="3262313"/>
                </a:moveTo>
                <a:lnTo>
                  <a:pt x="1761416" y="3260353"/>
                </a:lnTo>
                <a:lnTo>
                  <a:pt x="1753498" y="3255007"/>
                </a:lnTo>
                <a:lnTo>
                  <a:pt x="1748159" y="3247079"/>
                </a:lnTo>
                <a:lnTo>
                  <a:pt x="1746201" y="3237371"/>
                </a:lnTo>
                <a:lnTo>
                  <a:pt x="1748160" y="3227661"/>
                </a:lnTo>
                <a:lnTo>
                  <a:pt x="1753499" y="3219733"/>
                </a:lnTo>
                <a:lnTo>
                  <a:pt x="1761418" y="3214388"/>
                </a:lnTo>
                <a:lnTo>
                  <a:pt x="1771112" y="3212429"/>
                </a:lnTo>
                <a:lnTo>
                  <a:pt x="1780809" y="3214389"/>
                </a:lnTo>
                <a:lnTo>
                  <a:pt x="1788727" y="3219734"/>
                </a:lnTo>
                <a:lnTo>
                  <a:pt x="1794066" y="3227663"/>
                </a:lnTo>
                <a:lnTo>
                  <a:pt x="1796023" y="3237371"/>
                </a:lnTo>
                <a:lnTo>
                  <a:pt x="1794065" y="3247079"/>
                </a:lnTo>
                <a:lnTo>
                  <a:pt x="1788727" y="3255007"/>
                </a:lnTo>
                <a:lnTo>
                  <a:pt x="1780808" y="3260353"/>
                </a:lnTo>
                <a:lnTo>
                  <a:pt x="1771112" y="3262313"/>
                </a:lnTo>
                <a:close/>
              </a:path>
              <a:path w="6162040" h="6475095">
                <a:moveTo>
                  <a:pt x="2644212" y="3262313"/>
                </a:moveTo>
                <a:lnTo>
                  <a:pt x="2634516" y="3260353"/>
                </a:lnTo>
                <a:lnTo>
                  <a:pt x="2626597" y="3255007"/>
                </a:lnTo>
                <a:lnTo>
                  <a:pt x="2621258" y="3247079"/>
                </a:lnTo>
                <a:lnTo>
                  <a:pt x="2619301" y="3237371"/>
                </a:lnTo>
                <a:lnTo>
                  <a:pt x="2621259" y="3227661"/>
                </a:lnTo>
                <a:lnTo>
                  <a:pt x="2626599" y="3219733"/>
                </a:lnTo>
                <a:lnTo>
                  <a:pt x="2634517" y="3214388"/>
                </a:lnTo>
                <a:lnTo>
                  <a:pt x="2644212" y="3212429"/>
                </a:lnTo>
                <a:lnTo>
                  <a:pt x="2653908" y="3214389"/>
                </a:lnTo>
                <a:lnTo>
                  <a:pt x="2661827" y="3219734"/>
                </a:lnTo>
                <a:lnTo>
                  <a:pt x="2667165" y="3227663"/>
                </a:lnTo>
                <a:lnTo>
                  <a:pt x="2669122" y="3237371"/>
                </a:lnTo>
                <a:lnTo>
                  <a:pt x="2667165" y="3247079"/>
                </a:lnTo>
                <a:lnTo>
                  <a:pt x="2661826" y="3255007"/>
                </a:lnTo>
                <a:lnTo>
                  <a:pt x="2653908" y="3260353"/>
                </a:lnTo>
                <a:lnTo>
                  <a:pt x="2644212" y="3262313"/>
                </a:lnTo>
                <a:close/>
              </a:path>
              <a:path w="6162040" h="6475095">
                <a:moveTo>
                  <a:pt x="3517314" y="3262313"/>
                </a:moveTo>
                <a:lnTo>
                  <a:pt x="3507618" y="3260353"/>
                </a:lnTo>
                <a:lnTo>
                  <a:pt x="3499699" y="3255007"/>
                </a:lnTo>
                <a:lnTo>
                  <a:pt x="3494360" y="3247079"/>
                </a:lnTo>
                <a:lnTo>
                  <a:pt x="3492403" y="3237371"/>
                </a:lnTo>
                <a:lnTo>
                  <a:pt x="3494361" y="3227661"/>
                </a:lnTo>
                <a:lnTo>
                  <a:pt x="3499701" y="3219733"/>
                </a:lnTo>
                <a:lnTo>
                  <a:pt x="3507619" y="3214388"/>
                </a:lnTo>
                <a:lnTo>
                  <a:pt x="3517314" y="3212429"/>
                </a:lnTo>
                <a:lnTo>
                  <a:pt x="3527010" y="3214389"/>
                </a:lnTo>
                <a:lnTo>
                  <a:pt x="3534928" y="3219734"/>
                </a:lnTo>
                <a:lnTo>
                  <a:pt x="3540266" y="3227663"/>
                </a:lnTo>
                <a:lnTo>
                  <a:pt x="3542225" y="3237371"/>
                </a:lnTo>
                <a:lnTo>
                  <a:pt x="3540267" y="3247079"/>
                </a:lnTo>
                <a:lnTo>
                  <a:pt x="3534928" y="3255007"/>
                </a:lnTo>
                <a:lnTo>
                  <a:pt x="3527010" y="3260353"/>
                </a:lnTo>
                <a:lnTo>
                  <a:pt x="3517314" y="3262313"/>
                </a:lnTo>
                <a:close/>
              </a:path>
              <a:path w="6162040" h="6475095">
                <a:moveTo>
                  <a:pt x="4390413" y="3262313"/>
                </a:moveTo>
                <a:lnTo>
                  <a:pt x="4380717" y="3260353"/>
                </a:lnTo>
                <a:lnTo>
                  <a:pt x="4372799" y="3255007"/>
                </a:lnTo>
                <a:lnTo>
                  <a:pt x="4367460" y="3247079"/>
                </a:lnTo>
                <a:lnTo>
                  <a:pt x="4365502" y="3237371"/>
                </a:lnTo>
                <a:lnTo>
                  <a:pt x="4367461" y="3227661"/>
                </a:lnTo>
                <a:lnTo>
                  <a:pt x="4372800" y="3219733"/>
                </a:lnTo>
                <a:lnTo>
                  <a:pt x="4380719" y="3214388"/>
                </a:lnTo>
                <a:lnTo>
                  <a:pt x="4390413" y="3212429"/>
                </a:lnTo>
                <a:lnTo>
                  <a:pt x="4400110" y="3214389"/>
                </a:lnTo>
                <a:lnTo>
                  <a:pt x="4408028" y="3219734"/>
                </a:lnTo>
                <a:lnTo>
                  <a:pt x="4413367" y="3227663"/>
                </a:lnTo>
                <a:lnTo>
                  <a:pt x="4415324" y="3237371"/>
                </a:lnTo>
                <a:lnTo>
                  <a:pt x="4413367" y="3247079"/>
                </a:lnTo>
                <a:lnTo>
                  <a:pt x="4408028" y="3255007"/>
                </a:lnTo>
                <a:lnTo>
                  <a:pt x="4400109" y="3260353"/>
                </a:lnTo>
                <a:lnTo>
                  <a:pt x="4390413" y="3262313"/>
                </a:lnTo>
                <a:close/>
              </a:path>
              <a:path w="6162040" h="6475095">
                <a:moveTo>
                  <a:pt x="5263512" y="3262313"/>
                </a:moveTo>
                <a:lnTo>
                  <a:pt x="5253816" y="3260353"/>
                </a:lnTo>
                <a:lnTo>
                  <a:pt x="5245898" y="3255007"/>
                </a:lnTo>
                <a:lnTo>
                  <a:pt x="5240559" y="3247079"/>
                </a:lnTo>
                <a:lnTo>
                  <a:pt x="5238602" y="3237371"/>
                </a:lnTo>
                <a:lnTo>
                  <a:pt x="5240560" y="3227661"/>
                </a:lnTo>
                <a:lnTo>
                  <a:pt x="5245900" y="3219733"/>
                </a:lnTo>
                <a:lnTo>
                  <a:pt x="5253818" y="3214388"/>
                </a:lnTo>
                <a:lnTo>
                  <a:pt x="5263512" y="3212429"/>
                </a:lnTo>
                <a:lnTo>
                  <a:pt x="5273211" y="3214389"/>
                </a:lnTo>
                <a:lnTo>
                  <a:pt x="5281129" y="3219734"/>
                </a:lnTo>
                <a:lnTo>
                  <a:pt x="5286467" y="3227663"/>
                </a:lnTo>
                <a:lnTo>
                  <a:pt x="5288424" y="3237371"/>
                </a:lnTo>
                <a:lnTo>
                  <a:pt x="5286466" y="3247079"/>
                </a:lnTo>
                <a:lnTo>
                  <a:pt x="5281127" y="3255007"/>
                </a:lnTo>
                <a:lnTo>
                  <a:pt x="5273209" y="3260353"/>
                </a:lnTo>
                <a:lnTo>
                  <a:pt x="5263512" y="3262313"/>
                </a:lnTo>
                <a:close/>
              </a:path>
              <a:path w="6162040" h="6475095">
                <a:moveTo>
                  <a:pt x="6136615" y="3262313"/>
                </a:moveTo>
                <a:lnTo>
                  <a:pt x="6126919" y="3260353"/>
                </a:lnTo>
                <a:lnTo>
                  <a:pt x="6119000" y="3255007"/>
                </a:lnTo>
                <a:lnTo>
                  <a:pt x="6113662" y="3247079"/>
                </a:lnTo>
                <a:lnTo>
                  <a:pt x="6111704" y="3237371"/>
                </a:lnTo>
                <a:lnTo>
                  <a:pt x="6113662" y="3227661"/>
                </a:lnTo>
                <a:lnTo>
                  <a:pt x="6119002" y="3219733"/>
                </a:lnTo>
                <a:lnTo>
                  <a:pt x="6126921" y="3214388"/>
                </a:lnTo>
                <a:lnTo>
                  <a:pt x="6136615" y="3212429"/>
                </a:lnTo>
                <a:lnTo>
                  <a:pt x="6146312" y="3214389"/>
                </a:lnTo>
                <a:lnTo>
                  <a:pt x="6154230" y="3219734"/>
                </a:lnTo>
                <a:lnTo>
                  <a:pt x="6159569" y="3227663"/>
                </a:lnTo>
                <a:lnTo>
                  <a:pt x="6161526" y="3237371"/>
                </a:lnTo>
                <a:lnTo>
                  <a:pt x="6159568" y="3247079"/>
                </a:lnTo>
                <a:lnTo>
                  <a:pt x="6154229" y="3255007"/>
                </a:lnTo>
                <a:lnTo>
                  <a:pt x="6146311" y="3260353"/>
                </a:lnTo>
                <a:lnTo>
                  <a:pt x="6136615" y="3262313"/>
                </a:lnTo>
                <a:close/>
              </a:path>
              <a:path w="6162040" h="6475095">
                <a:moveTo>
                  <a:pt x="24910" y="4065419"/>
                </a:moveTo>
                <a:lnTo>
                  <a:pt x="15214" y="4063458"/>
                </a:lnTo>
                <a:lnTo>
                  <a:pt x="7296" y="4058113"/>
                </a:lnTo>
                <a:lnTo>
                  <a:pt x="1957" y="4050185"/>
                </a:lnTo>
                <a:lnTo>
                  <a:pt x="0" y="4040476"/>
                </a:lnTo>
                <a:lnTo>
                  <a:pt x="1957" y="4030768"/>
                </a:lnTo>
                <a:lnTo>
                  <a:pt x="7296" y="4022840"/>
                </a:lnTo>
                <a:lnTo>
                  <a:pt x="15214" y="4017494"/>
                </a:lnTo>
                <a:lnTo>
                  <a:pt x="24910" y="4015534"/>
                </a:lnTo>
                <a:lnTo>
                  <a:pt x="34607" y="4017494"/>
                </a:lnTo>
                <a:lnTo>
                  <a:pt x="42525" y="4022840"/>
                </a:lnTo>
                <a:lnTo>
                  <a:pt x="47864" y="4030768"/>
                </a:lnTo>
                <a:lnTo>
                  <a:pt x="49821" y="4040476"/>
                </a:lnTo>
                <a:lnTo>
                  <a:pt x="47864" y="4050185"/>
                </a:lnTo>
                <a:lnTo>
                  <a:pt x="42525" y="4058113"/>
                </a:lnTo>
                <a:lnTo>
                  <a:pt x="34607" y="4063458"/>
                </a:lnTo>
                <a:lnTo>
                  <a:pt x="24910" y="4065419"/>
                </a:lnTo>
                <a:close/>
              </a:path>
              <a:path w="6162040" h="6475095">
                <a:moveTo>
                  <a:pt x="898010" y="4065419"/>
                </a:moveTo>
                <a:lnTo>
                  <a:pt x="888314" y="4063458"/>
                </a:lnTo>
                <a:lnTo>
                  <a:pt x="880395" y="4058113"/>
                </a:lnTo>
                <a:lnTo>
                  <a:pt x="875057" y="4050185"/>
                </a:lnTo>
                <a:lnTo>
                  <a:pt x="873099" y="4040476"/>
                </a:lnTo>
                <a:lnTo>
                  <a:pt x="875057" y="4030768"/>
                </a:lnTo>
                <a:lnTo>
                  <a:pt x="880395" y="4022840"/>
                </a:lnTo>
                <a:lnTo>
                  <a:pt x="888314" y="4017494"/>
                </a:lnTo>
                <a:lnTo>
                  <a:pt x="898010" y="4015534"/>
                </a:lnTo>
                <a:lnTo>
                  <a:pt x="907707" y="4017494"/>
                </a:lnTo>
                <a:lnTo>
                  <a:pt x="915625" y="4022840"/>
                </a:lnTo>
                <a:lnTo>
                  <a:pt x="920963" y="4030768"/>
                </a:lnTo>
                <a:lnTo>
                  <a:pt x="922921" y="4040476"/>
                </a:lnTo>
                <a:lnTo>
                  <a:pt x="920963" y="4050185"/>
                </a:lnTo>
                <a:lnTo>
                  <a:pt x="915624" y="4058113"/>
                </a:lnTo>
                <a:lnTo>
                  <a:pt x="907706" y="4063458"/>
                </a:lnTo>
                <a:lnTo>
                  <a:pt x="898010" y="4065419"/>
                </a:lnTo>
                <a:close/>
              </a:path>
              <a:path w="6162040" h="6475095">
                <a:moveTo>
                  <a:pt x="1771112" y="4065419"/>
                </a:moveTo>
                <a:lnTo>
                  <a:pt x="1761416" y="4063458"/>
                </a:lnTo>
                <a:lnTo>
                  <a:pt x="1753498" y="4058113"/>
                </a:lnTo>
                <a:lnTo>
                  <a:pt x="1748159" y="4050185"/>
                </a:lnTo>
                <a:lnTo>
                  <a:pt x="1746201" y="4040476"/>
                </a:lnTo>
                <a:lnTo>
                  <a:pt x="1748159" y="4030768"/>
                </a:lnTo>
                <a:lnTo>
                  <a:pt x="1753498" y="4022840"/>
                </a:lnTo>
                <a:lnTo>
                  <a:pt x="1761416" y="4017494"/>
                </a:lnTo>
                <a:lnTo>
                  <a:pt x="1771112" y="4015534"/>
                </a:lnTo>
                <a:lnTo>
                  <a:pt x="1780808" y="4017494"/>
                </a:lnTo>
                <a:lnTo>
                  <a:pt x="1788727" y="4022840"/>
                </a:lnTo>
                <a:lnTo>
                  <a:pt x="1794065" y="4030768"/>
                </a:lnTo>
                <a:lnTo>
                  <a:pt x="1796023" y="4040476"/>
                </a:lnTo>
                <a:lnTo>
                  <a:pt x="1794065" y="4050185"/>
                </a:lnTo>
                <a:lnTo>
                  <a:pt x="1788727" y="4058113"/>
                </a:lnTo>
                <a:lnTo>
                  <a:pt x="1780808" y="4063458"/>
                </a:lnTo>
                <a:lnTo>
                  <a:pt x="1771112" y="4065419"/>
                </a:lnTo>
                <a:close/>
              </a:path>
              <a:path w="6162040" h="6475095">
                <a:moveTo>
                  <a:pt x="2644212" y="4065419"/>
                </a:moveTo>
                <a:lnTo>
                  <a:pt x="2634516" y="4063458"/>
                </a:lnTo>
                <a:lnTo>
                  <a:pt x="2626597" y="4058113"/>
                </a:lnTo>
                <a:lnTo>
                  <a:pt x="2621258" y="4050185"/>
                </a:lnTo>
                <a:lnTo>
                  <a:pt x="2619301" y="4040476"/>
                </a:lnTo>
                <a:lnTo>
                  <a:pt x="2621258" y="4030768"/>
                </a:lnTo>
                <a:lnTo>
                  <a:pt x="2626597" y="4022840"/>
                </a:lnTo>
                <a:lnTo>
                  <a:pt x="2634516" y="4017494"/>
                </a:lnTo>
                <a:lnTo>
                  <a:pt x="2644212" y="4015534"/>
                </a:lnTo>
                <a:lnTo>
                  <a:pt x="2653908" y="4017494"/>
                </a:lnTo>
                <a:lnTo>
                  <a:pt x="2661826" y="4022840"/>
                </a:lnTo>
                <a:lnTo>
                  <a:pt x="2667165" y="4030768"/>
                </a:lnTo>
                <a:lnTo>
                  <a:pt x="2669122" y="4040476"/>
                </a:lnTo>
                <a:lnTo>
                  <a:pt x="2667165" y="4050185"/>
                </a:lnTo>
                <a:lnTo>
                  <a:pt x="2661826" y="4058113"/>
                </a:lnTo>
                <a:lnTo>
                  <a:pt x="2653908" y="4063458"/>
                </a:lnTo>
                <a:lnTo>
                  <a:pt x="2644212" y="4065419"/>
                </a:lnTo>
                <a:close/>
              </a:path>
              <a:path w="6162040" h="6475095">
                <a:moveTo>
                  <a:pt x="3517314" y="4065419"/>
                </a:moveTo>
                <a:lnTo>
                  <a:pt x="3507618" y="4063458"/>
                </a:lnTo>
                <a:lnTo>
                  <a:pt x="3499699" y="4058113"/>
                </a:lnTo>
                <a:lnTo>
                  <a:pt x="3494360" y="4050185"/>
                </a:lnTo>
                <a:lnTo>
                  <a:pt x="3492403" y="4040476"/>
                </a:lnTo>
                <a:lnTo>
                  <a:pt x="3494360" y="4030768"/>
                </a:lnTo>
                <a:lnTo>
                  <a:pt x="3499699" y="4022840"/>
                </a:lnTo>
                <a:lnTo>
                  <a:pt x="3507618" y="4017494"/>
                </a:lnTo>
                <a:lnTo>
                  <a:pt x="3517314" y="4015534"/>
                </a:lnTo>
                <a:lnTo>
                  <a:pt x="3527010" y="4017494"/>
                </a:lnTo>
                <a:lnTo>
                  <a:pt x="3534927" y="4022840"/>
                </a:lnTo>
                <a:lnTo>
                  <a:pt x="3540266" y="4030768"/>
                </a:lnTo>
                <a:lnTo>
                  <a:pt x="3542225" y="4040476"/>
                </a:lnTo>
                <a:lnTo>
                  <a:pt x="3540267" y="4050185"/>
                </a:lnTo>
                <a:lnTo>
                  <a:pt x="3534928" y="4058113"/>
                </a:lnTo>
                <a:lnTo>
                  <a:pt x="3527010" y="4063458"/>
                </a:lnTo>
                <a:lnTo>
                  <a:pt x="3517314" y="4065419"/>
                </a:lnTo>
                <a:close/>
              </a:path>
              <a:path w="6162040" h="6475095">
                <a:moveTo>
                  <a:pt x="4390413" y="4065419"/>
                </a:moveTo>
                <a:lnTo>
                  <a:pt x="4380717" y="4063458"/>
                </a:lnTo>
                <a:lnTo>
                  <a:pt x="4372799" y="4058113"/>
                </a:lnTo>
                <a:lnTo>
                  <a:pt x="4367460" y="4050185"/>
                </a:lnTo>
                <a:lnTo>
                  <a:pt x="4365502" y="4040476"/>
                </a:lnTo>
                <a:lnTo>
                  <a:pt x="4367460" y="4030768"/>
                </a:lnTo>
                <a:lnTo>
                  <a:pt x="4372799" y="4022840"/>
                </a:lnTo>
                <a:lnTo>
                  <a:pt x="4380717" y="4017494"/>
                </a:lnTo>
                <a:lnTo>
                  <a:pt x="4390413" y="4015534"/>
                </a:lnTo>
                <a:lnTo>
                  <a:pt x="4400109" y="4017494"/>
                </a:lnTo>
                <a:lnTo>
                  <a:pt x="4408028" y="4022840"/>
                </a:lnTo>
                <a:lnTo>
                  <a:pt x="4413367" y="4030768"/>
                </a:lnTo>
                <a:lnTo>
                  <a:pt x="4415324" y="4040476"/>
                </a:lnTo>
                <a:lnTo>
                  <a:pt x="4413367" y="4050185"/>
                </a:lnTo>
                <a:lnTo>
                  <a:pt x="4408028" y="4058113"/>
                </a:lnTo>
                <a:lnTo>
                  <a:pt x="4400109" y="4063458"/>
                </a:lnTo>
                <a:lnTo>
                  <a:pt x="4390413" y="4065419"/>
                </a:lnTo>
                <a:close/>
              </a:path>
              <a:path w="6162040" h="6475095">
                <a:moveTo>
                  <a:pt x="5263512" y="4065419"/>
                </a:moveTo>
                <a:lnTo>
                  <a:pt x="5253816" y="4063458"/>
                </a:lnTo>
                <a:lnTo>
                  <a:pt x="5245898" y="4058113"/>
                </a:lnTo>
                <a:lnTo>
                  <a:pt x="5240559" y="4050185"/>
                </a:lnTo>
                <a:lnTo>
                  <a:pt x="5238602" y="4040476"/>
                </a:lnTo>
                <a:lnTo>
                  <a:pt x="5240559" y="4030768"/>
                </a:lnTo>
                <a:lnTo>
                  <a:pt x="5245898" y="4022840"/>
                </a:lnTo>
                <a:lnTo>
                  <a:pt x="5253816" y="4017494"/>
                </a:lnTo>
                <a:lnTo>
                  <a:pt x="5263512" y="4015534"/>
                </a:lnTo>
                <a:lnTo>
                  <a:pt x="5273210" y="4017494"/>
                </a:lnTo>
                <a:lnTo>
                  <a:pt x="5281128" y="4022840"/>
                </a:lnTo>
                <a:lnTo>
                  <a:pt x="5286466" y="4030768"/>
                </a:lnTo>
                <a:lnTo>
                  <a:pt x="5288424" y="4040476"/>
                </a:lnTo>
                <a:lnTo>
                  <a:pt x="5286466" y="4050185"/>
                </a:lnTo>
                <a:lnTo>
                  <a:pt x="5281127" y="4058113"/>
                </a:lnTo>
                <a:lnTo>
                  <a:pt x="5273209" y="4063458"/>
                </a:lnTo>
                <a:lnTo>
                  <a:pt x="5263512" y="4065419"/>
                </a:lnTo>
                <a:close/>
              </a:path>
              <a:path w="6162040" h="6475095">
                <a:moveTo>
                  <a:pt x="6136615" y="4065419"/>
                </a:moveTo>
                <a:lnTo>
                  <a:pt x="6126919" y="4063458"/>
                </a:lnTo>
                <a:lnTo>
                  <a:pt x="6119000" y="4058113"/>
                </a:lnTo>
                <a:lnTo>
                  <a:pt x="6113662" y="4050185"/>
                </a:lnTo>
                <a:lnTo>
                  <a:pt x="6111704" y="4040476"/>
                </a:lnTo>
                <a:lnTo>
                  <a:pt x="6113662" y="4030768"/>
                </a:lnTo>
                <a:lnTo>
                  <a:pt x="6119000" y="4022840"/>
                </a:lnTo>
                <a:lnTo>
                  <a:pt x="6126919" y="4017494"/>
                </a:lnTo>
                <a:lnTo>
                  <a:pt x="6136615" y="4015534"/>
                </a:lnTo>
                <a:lnTo>
                  <a:pt x="6146311" y="4017494"/>
                </a:lnTo>
                <a:lnTo>
                  <a:pt x="6154229" y="4022840"/>
                </a:lnTo>
                <a:lnTo>
                  <a:pt x="6159568" y="4030768"/>
                </a:lnTo>
                <a:lnTo>
                  <a:pt x="6161526" y="4040476"/>
                </a:lnTo>
                <a:lnTo>
                  <a:pt x="6159568" y="4050185"/>
                </a:lnTo>
                <a:lnTo>
                  <a:pt x="6154229" y="4058113"/>
                </a:lnTo>
                <a:lnTo>
                  <a:pt x="6146311" y="4063458"/>
                </a:lnTo>
                <a:lnTo>
                  <a:pt x="6136615" y="4065419"/>
                </a:lnTo>
                <a:close/>
              </a:path>
              <a:path w="6162040" h="6475095">
                <a:moveTo>
                  <a:pt x="24910" y="4868526"/>
                </a:moveTo>
                <a:lnTo>
                  <a:pt x="15214" y="4866566"/>
                </a:lnTo>
                <a:lnTo>
                  <a:pt x="7296" y="4861221"/>
                </a:lnTo>
                <a:lnTo>
                  <a:pt x="1957" y="4853292"/>
                </a:lnTo>
                <a:lnTo>
                  <a:pt x="0" y="4843584"/>
                </a:lnTo>
                <a:lnTo>
                  <a:pt x="1957" y="4833876"/>
                </a:lnTo>
                <a:lnTo>
                  <a:pt x="7296" y="4825948"/>
                </a:lnTo>
                <a:lnTo>
                  <a:pt x="15214" y="4820602"/>
                </a:lnTo>
                <a:lnTo>
                  <a:pt x="24910" y="4818642"/>
                </a:lnTo>
                <a:lnTo>
                  <a:pt x="34607" y="4820602"/>
                </a:lnTo>
                <a:lnTo>
                  <a:pt x="42525" y="4825948"/>
                </a:lnTo>
                <a:lnTo>
                  <a:pt x="47864" y="4833876"/>
                </a:lnTo>
                <a:lnTo>
                  <a:pt x="49821" y="4843584"/>
                </a:lnTo>
                <a:lnTo>
                  <a:pt x="47864" y="4853292"/>
                </a:lnTo>
                <a:lnTo>
                  <a:pt x="42525" y="4861221"/>
                </a:lnTo>
                <a:lnTo>
                  <a:pt x="34607" y="4866566"/>
                </a:lnTo>
                <a:lnTo>
                  <a:pt x="24910" y="4868526"/>
                </a:lnTo>
                <a:close/>
              </a:path>
              <a:path w="6162040" h="6475095">
                <a:moveTo>
                  <a:pt x="898010" y="4868526"/>
                </a:moveTo>
                <a:lnTo>
                  <a:pt x="888314" y="4866566"/>
                </a:lnTo>
                <a:lnTo>
                  <a:pt x="880395" y="4861221"/>
                </a:lnTo>
                <a:lnTo>
                  <a:pt x="875057" y="4853292"/>
                </a:lnTo>
                <a:lnTo>
                  <a:pt x="873099" y="4843584"/>
                </a:lnTo>
                <a:lnTo>
                  <a:pt x="875057" y="4833876"/>
                </a:lnTo>
                <a:lnTo>
                  <a:pt x="880395" y="4825948"/>
                </a:lnTo>
                <a:lnTo>
                  <a:pt x="888314" y="4820602"/>
                </a:lnTo>
                <a:lnTo>
                  <a:pt x="898010" y="4818642"/>
                </a:lnTo>
                <a:lnTo>
                  <a:pt x="907707" y="4820602"/>
                </a:lnTo>
                <a:lnTo>
                  <a:pt x="915625" y="4825948"/>
                </a:lnTo>
                <a:lnTo>
                  <a:pt x="920963" y="4833876"/>
                </a:lnTo>
                <a:lnTo>
                  <a:pt x="922921" y="4843584"/>
                </a:lnTo>
                <a:lnTo>
                  <a:pt x="920963" y="4853292"/>
                </a:lnTo>
                <a:lnTo>
                  <a:pt x="915624" y="4861221"/>
                </a:lnTo>
                <a:lnTo>
                  <a:pt x="907706" y="4866566"/>
                </a:lnTo>
                <a:lnTo>
                  <a:pt x="898010" y="4868526"/>
                </a:lnTo>
                <a:close/>
              </a:path>
              <a:path w="6162040" h="6475095">
                <a:moveTo>
                  <a:pt x="1771112" y="4868526"/>
                </a:moveTo>
                <a:lnTo>
                  <a:pt x="1761416" y="4866566"/>
                </a:lnTo>
                <a:lnTo>
                  <a:pt x="1753498" y="4861221"/>
                </a:lnTo>
                <a:lnTo>
                  <a:pt x="1748159" y="4853292"/>
                </a:lnTo>
                <a:lnTo>
                  <a:pt x="1746201" y="4843584"/>
                </a:lnTo>
                <a:lnTo>
                  <a:pt x="1748159" y="4833876"/>
                </a:lnTo>
                <a:lnTo>
                  <a:pt x="1753498" y="4825948"/>
                </a:lnTo>
                <a:lnTo>
                  <a:pt x="1761416" y="4820602"/>
                </a:lnTo>
                <a:lnTo>
                  <a:pt x="1771112" y="4818642"/>
                </a:lnTo>
                <a:lnTo>
                  <a:pt x="1780808" y="4820602"/>
                </a:lnTo>
                <a:lnTo>
                  <a:pt x="1788727" y="4825948"/>
                </a:lnTo>
                <a:lnTo>
                  <a:pt x="1794065" y="4833876"/>
                </a:lnTo>
                <a:lnTo>
                  <a:pt x="1796023" y="4843584"/>
                </a:lnTo>
                <a:lnTo>
                  <a:pt x="1794065" y="4853292"/>
                </a:lnTo>
                <a:lnTo>
                  <a:pt x="1788727" y="4861221"/>
                </a:lnTo>
                <a:lnTo>
                  <a:pt x="1780808" y="4866566"/>
                </a:lnTo>
                <a:lnTo>
                  <a:pt x="1771112" y="4868526"/>
                </a:lnTo>
                <a:close/>
              </a:path>
              <a:path w="6162040" h="6475095">
                <a:moveTo>
                  <a:pt x="2644212" y="4868526"/>
                </a:moveTo>
                <a:lnTo>
                  <a:pt x="2634516" y="4866566"/>
                </a:lnTo>
                <a:lnTo>
                  <a:pt x="2626597" y="4861221"/>
                </a:lnTo>
                <a:lnTo>
                  <a:pt x="2621258" y="4853292"/>
                </a:lnTo>
                <a:lnTo>
                  <a:pt x="2619301" y="4843584"/>
                </a:lnTo>
                <a:lnTo>
                  <a:pt x="2621258" y="4833876"/>
                </a:lnTo>
                <a:lnTo>
                  <a:pt x="2626597" y="4825948"/>
                </a:lnTo>
                <a:lnTo>
                  <a:pt x="2634516" y="4820602"/>
                </a:lnTo>
                <a:lnTo>
                  <a:pt x="2644212" y="4818642"/>
                </a:lnTo>
                <a:lnTo>
                  <a:pt x="2653908" y="4820602"/>
                </a:lnTo>
                <a:lnTo>
                  <a:pt x="2661826" y="4825948"/>
                </a:lnTo>
                <a:lnTo>
                  <a:pt x="2667165" y="4833876"/>
                </a:lnTo>
                <a:lnTo>
                  <a:pt x="2669122" y="4843584"/>
                </a:lnTo>
                <a:lnTo>
                  <a:pt x="2667165" y="4853292"/>
                </a:lnTo>
                <a:lnTo>
                  <a:pt x="2661826" y="4861221"/>
                </a:lnTo>
                <a:lnTo>
                  <a:pt x="2653908" y="4866566"/>
                </a:lnTo>
                <a:lnTo>
                  <a:pt x="2644212" y="4868526"/>
                </a:lnTo>
                <a:close/>
              </a:path>
              <a:path w="6162040" h="6475095">
                <a:moveTo>
                  <a:pt x="3517314" y="4868526"/>
                </a:moveTo>
                <a:lnTo>
                  <a:pt x="3507618" y="4866566"/>
                </a:lnTo>
                <a:lnTo>
                  <a:pt x="3499699" y="4861221"/>
                </a:lnTo>
                <a:lnTo>
                  <a:pt x="3494360" y="4853292"/>
                </a:lnTo>
                <a:lnTo>
                  <a:pt x="3492403" y="4843584"/>
                </a:lnTo>
                <a:lnTo>
                  <a:pt x="3494360" y="4833876"/>
                </a:lnTo>
                <a:lnTo>
                  <a:pt x="3499699" y="4825948"/>
                </a:lnTo>
                <a:lnTo>
                  <a:pt x="3507618" y="4820602"/>
                </a:lnTo>
                <a:lnTo>
                  <a:pt x="3517314" y="4818642"/>
                </a:lnTo>
                <a:lnTo>
                  <a:pt x="3527010" y="4820602"/>
                </a:lnTo>
                <a:lnTo>
                  <a:pt x="3534927" y="4825948"/>
                </a:lnTo>
                <a:lnTo>
                  <a:pt x="3540266" y="4833876"/>
                </a:lnTo>
                <a:lnTo>
                  <a:pt x="3542225" y="4843584"/>
                </a:lnTo>
                <a:lnTo>
                  <a:pt x="3540267" y="4853292"/>
                </a:lnTo>
                <a:lnTo>
                  <a:pt x="3534928" y="4861221"/>
                </a:lnTo>
                <a:lnTo>
                  <a:pt x="3527010" y="4866566"/>
                </a:lnTo>
                <a:lnTo>
                  <a:pt x="3517314" y="4868526"/>
                </a:lnTo>
                <a:close/>
              </a:path>
              <a:path w="6162040" h="6475095">
                <a:moveTo>
                  <a:pt x="4390413" y="4868526"/>
                </a:moveTo>
                <a:lnTo>
                  <a:pt x="4380717" y="4866566"/>
                </a:lnTo>
                <a:lnTo>
                  <a:pt x="4372799" y="4861221"/>
                </a:lnTo>
                <a:lnTo>
                  <a:pt x="4367460" y="4853292"/>
                </a:lnTo>
                <a:lnTo>
                  <a:pt x="4365502" y="4843584"/>
                </a:lnTo>
                <a:lnTo>
                  <a:pt x="4367460" y="4833876"/>
                </a:lnTo>
                <a:lnTo>
                  <a:pt x="4372799" y="4825948"/>
                </a:lnTo>
                <a:lnTo>
                  <a:pt x="4380717" y="4820602"/>
                </a:lnTo>
                <a:lnTo>
                  <a:pt x="4390413" y="4818642"/>
                </a:lnTo>
                <a:lnTo>
                  <a:pt x="4400109" y="4820602"/>
                </a:lnTo>
                <a:lnTo>
                  <a:pt x="4408028" y="4825948"/>
                </a:lnTo>
                <a:lnTo>
                  <a:pt x="4413367" y="4833876"/>
                </a:lnTo>
                <a:lnTo>
                  <a:pt x="4415324" y="4843584"/>
                </a:lnTo>
                <a:lnTo>
                  <a:pt x="4413367" y="4853292"/>
                </a:lnTo>
                <a:lnTo>
                  <a:pt x="4408028" y="4861221"/>
                </a:lnTo>
                <a:lnTo>
                  <a:pt x="4400109" y="4866566"/>
                </a:lnTo>
                <a:lnTo>
                  <a:pt x="4390413" y="4868526"/>
                </a:lnTo>
                <a:close/>
              </a:path>
              <a:path w="6162040" h="6475095">
                <a:moveTo>
                  <a:pt x="5263512" y="4868526"/>
                </a:moveTo>
                <a:lnTo>
                  <a:pt x="5253816" y="4866566"/>
                </a:lnTo>
                <a:lnTo>
                  <a:pt x="5245898" y="4861221"/>
                </a:lnTo>
                <a:lnTo>
                  <a:pt x="5240559" y="4853292"/>
                </a:lnTo>
                <a:lnTo>
                  <a:pt x="5238602" y="4843584"/>
                </a:lnTo>
                <a:lnTo>
                  <a:pt x="5240559" y="4833876"/>
                </a:lnTo>
                <a:lnTo>
                  <a:pt x="5245898" y="4825948"/>
                </a:lnTo>
                <a:lnTo>
                  <a:pt x="5253816" y="4820602"/>
                </a:lnTo>
                <a:lnTo>
                  <a:pt x="5263512" y="4818642"/>
                </a:lnTo>
                <a:lnTo>
                  <a:pt x="5273210" y="4820602"/>
                </a:lnTo>
                <a:lnTo>
                  <a:pt x="5281128" y="4825948"/>
                </a:lnTo>
                <a:lnTo>
                  <a:pt x="5286466" y="4833876"/>
                </a:lnTo>
                <a:lnTo>
                  <a:pt x="5288424" y="4843584"/>
                </a:lnTo>
                <a:lnTo>
                  <a:pt x="5286466" y="4853292"/>
                </a:lnTo>
                <a:lnTo>
                  <a:pt x="5281127" y="4861221"/>
                </a:lnTo>
                <a:lnTo>
                  <a:pt x="5273209" y="4866566"/>
                </a:lnTo>
                <a:lnTo>
                  <a:pt x="5263512" y="4868526"/>
                </a:lnTo>
                <a:close/>
              </a:path>
              <a:path w="6162040" h="6475095">
                <a:moveTo>
                  <a:pt x="6136615" y="4868526"/>
                </a:moveTo>
                <a:lnTo>
                  <a:pt x="6126919" y="4866566"/>
                </a:lnTo>
                <a:lnTo>
                  <a:pt x="6119000" y="4861221"/>
                </a:lnTo>
                <a:lnTo>
                  <a:pt x="6113662" y="4853292"/>
                </a:lnTo>
                <a:lnTo>
                  <a:pt x="6111704" y="4843584"/>
                </a:lnTo>
                <a:lnTo>
                  <a:pt x="6113662" y="4833876"/>
                </a:lnTo>
                <a:lnTo>
                  <a:pt x="6119000" y="4825948"/>
                </a:lnTo>
                <a:lnTo>
                  <a:pt x="6126919" y="4820602"/>
                </a:lnTo>
                <a:lnTo>
                  <a:pt x="6136615" y="4818642"/>
                </a:lnTo>
                <a:lnTo>
                  <a:pt x="6146311" y="4820602"/>
                </a:lnTo>
                <a:lnTo>
                  <a:pt x="6154229" y="4825948"/>
                </a:lnTo>
                <a:lnTo>
                  <a:pt x="6159568" y="4833876"/>
                </a:lnTo>
                <a:lnTo>
                  <a:pt x="6161526" y="4843584"/>
                </a:lnTo>
                <a:lnTo>
                  <a:pt x="6159568" y="4853292"/>
                </a:lnTo>
                <a:lnTo>
                  <a:pt x="6154229" y="4861221"/>
                </a:lnTo>
                <a:lnTo>
                  <a:pt x="6146311" y="4866566"/>
                </a:lnTo>
                <a:lnTo>
                  <a:pt x="6136615" y="4868526"/>
                </a:lnTo>
                <a:close/>
              </a:path>
              <a:path w="6162040" h="6475095">
                <a:moveTo>
                  <a:pt x="24910" y="5671634"/>
                </a:moveTo>
                <a:lnTo>
                  <a:pt x="15214" y="5669674"/>
                </a:lnTo>
                <a:lnTo>
                  <a:pt x="7296" y="5664329"/>
                </a:lnTo>
                <a:lnTo>
                  <a:pt x="1957" y="5656400"/>
                </a:lnTo>
                <a:lnTo>
                  <a:pt x="0" y="5646692"/>
                </a:lnTo>
                <a:lnTo>
                  <a:pt x="1957" y="5636984"/>
                </a:lnTo>
                <a:lnTo>
                  <a:pt x="7296" y="5629056"/>
                </a:lnTo>
                <a:lnTo>
                  <a:pt x="15214" y="5623710"/>
                </a:lnTo>
                <a:lnTo>
                  <a:pt x="24910" y="5621750"/>
                </a:lnTo>
                <a:lnTo>
                  <a:pt x="34607" y="5623710"/>
                </a:lnTo>
                <a:lnTo>
                  <a:pt x="42525" y="5629056"/>
                </a:lnTo>
                <a:lnTo>
                  <a:pt x="47864" y="5636984"/>
                </a:lnTo>
                <a:lnTo>
                  <a:pt x="49821" y="5646692"/>
                </a:lnTo>
                <a:lnTo>
                  <a:pt x="47864" y="5656400"/>
                </a:lnTo>
                <a:lnTo>
                  <a:pt x="42525" y="5664329"/>
                </a:lnTo>
                <a:lnTo>
                  <a:pt x="34607" y="5669674"/>
                </a:lnTo>
                <a:lnTo>
                  <a:pt x="24910" y="5671634"/>
                </a:lnTo>
                <a:close/>
              </a:path>
              <a:path w="6162040" h="6475095">
                <a:moveTo>
                  <a:pt x="898010" y="5671634"/>
                </a:moveTo>
                <a:lnTo>
                  <a:pt x="888314" y="5669674"/>
                </a:lnTo>
                <a:lnTo>
                  <a:pt x="880395" y="5664329"/>
                </a:lnTo>
                <a:lnTo>
                  <a:pt x="875057" y="5656400"/>
                </a:lnTo>
                <a:lnTo>
                  <a:pt x="873099" y="5646692"/>
                </a:lnTo>
                <a:lnTo>
                  <a:pt x="875057" y="5636984"/>
                </a:lnTo>
                <a:lnTo>
                  <a:pt x="880395" y="5629056"/>
                </a:lnTo>
                <a:lnTo>
                  <a:pt x="888314" y="5623710"/>
                </a:lnTo>
                <a:lnTo>
                  <a:pt x="898010" y="5621750"/>
                </a:lnTo>
                <a:lnTo>
                  <a:pt x="907707" y="5623710"/>
                </a:lnTo>
                <a:lnTo>
                  <a:pt x="915625" y="5629056"/>
                </a:lnTo>
                <a:lnTo>
                  <a:pt x="920963" y="5636984"/>
                </a:lnTo>
                <a:lnTo>
                  <a:pt x="922921" y="5646692"/>
                </a:lnTo>
                <a:lnTo>
                  <a:pt x="920963" y="5656400"/>
                </a:lnTo>
                <a:lnTo>
                  <a:pt x="915624" y="5664329"/>
                </a:lnTo>
                <a:lnTo>
                  <a:pt x="907706" y="5669674"/>
                </a:lnTo>
                <a:lnTo>
                  <a:pt x="898010" y="5671634"/>
                </a:lnTo>
                <a:close/>
              </a:path>
              <a:path w="6162040" h="6475095">
                <a:moveTo>
                  <a:pt x="1771112" y="5671634"/>
                </a:moveTo>
                <a:lnTo>
                  <a:pt x="1761416" y="5669674"/>
                </a:lnTo>
                <a:lnTo>
                  <a:pt x="1753498" y="5664329"/>
                </a:lnTo>
                <a:lnTo>
                  <a:pt x="1748159" y="5656400"/>
                </a:lnTo>
                <a:lnTo>
                  <a:pt x="1746201" y="5646692"/>
                </a:lnTo>
                <a:lnTo>
                  <a:pt x="1748159" y="5636984"/>
                </a:lnTo>
                <a:lnTo>
                  <a:pt x="1753498" y="5629056"/>
                </a:lnTo>
                <a:lnTo>
                  <a:pt x="1761416" y="5623710"/>
                </a:lnTo>
                <a:lnTo>
                  <a:pt x="1771112" y="5621750"/>
                </a:lnTo>
                <a:lnTo>
                  <a:pt x="1780808" y="5623710"/>
                </a:lnTo>
                <a:lnTo>
                  <a:pt x="1788727" y="5629056"/>
                </a:lnTo>
                <a:lnTo>
                  <a:pt x="1794065" y="5636984"/>
                </a:lnTo>
                <a:lnTo>
                  <a:pt x="1796023" y="5646692"/>
                </a:lnTo>
                <a:lnTo>
                  <a:pt x="1794065" y="5656400"/>
                </a:lnTo>
                <a:lnTo>
                  <a:pt x="1788727" y="5664329"/>
                </a:lnTo>
                <a:lnTo>
                  <a:pt x="1780808" y="5669674"/>
                </a:lnTo>
                <a:lnTo>
                  <a:pt x="1771112" y="5671634"/>
                </a:lnTo>
                <a:close/>
              </a:path>
              <a:path w="6162040" h="6475095">
                <a:moveTo>
                  <a:pt x="2644212" y="5671634"/>
                </a:moveTo>
                <a:lnTo>
                  <a:pt x="2634516" y="5669674"/>
                </a:lnTo>
                <a:lnTo>
                  <a:pt x="2626597" y="5664329"/>
                </a:lnTo>
                <a:lnTo>
                  <a:pt x="2621258" y="5656400"/>
                </a:lnTo>
                <a:lnTo>
                  <a:pt x="2619301" y="5646692"/>
                </a:lnTo>
                <a:lnTo>
                  <a:pt x="2621258" y="5636984"/>
                </a:lnTo>
                <a:lnTo>
                  <a:pt x="2626597" y="5629056"/>
                </a:lnTo>
                <a:lnTo>
                  <a:pt x="2634516" y="5623710"/>
                </a:lnTo>
                <a:lnTo>
                  <a:pt x="2644212" y="5621750"/>
                </a:lnTo>
                <a:lnTo>
                  <a:pt x="2653908" y="5623710"/>
                </a:lnTo>
                <a:lnTo>
                  <a:pt x="2661826" y="5629056"/>
                </a:lnTo>
                <a:lnTo>
                  <a:pt x="2667165" y="5636984"/>
                </a:lnTo>
                <a:lnTo>
                  <a:pt x="2669122" y="5646692"/>
                </a:lnTo>
                <a:lnTo>
                  <a:pt x="2667165" y="5656400"/>
                </a:lnTo>
                <a:lnTo>
                  <a:pt x="2661826" y="5664329"/>
                </a:lnTo>
                <a:lnTo>
                  <a:pt x="2653908" y="5669674"/>
                </a:lnTo>
                <a:lnTo>
                  <a:pt x="2644212" y="5671634"/>
                </a:lnTo>
                <a:close/>
              </a:path>
              <a:path w="6162040" h="6475095">
                <a:moveTo>
                  <a:pt x="3517314" y="5671634"/>
                </a:moveTo>
                <a:lnTo>
                  <a:pt x="3507618" y="5669674"/>
                </a:lnTo>
                <a:lnTo>
                  <a:pt x="3499699" y="5664329"/>
                </a:lnTo>
                <a:lnTo>
                  <a:pt x="3494360" y="5656400"/>
                </a:lnTo>
                <a:lnTo>
                  <a:pt x="3492403" y="5646692"/>
                </a:lnTo>
                <a:lnTo>
                  <a:pt x="3494360" y="5636984"/>
                </a:lnTo>
                <a:lnTo>
                  <a:pt x="3499699" y="5629056"/>
                </a:lnTo>
                <a:lnTo>
                  <a:pt x="3507618" y="5623710"/>
                </a:lnTo>
                <a:lnTo>
                  <a:pt x="3517314" y="5621750"/>
                </a:lnTo>
                <a:lnTo>
                  <a:pt x="3527010" y="5623710"/>
                </a:lnTo>
                <a:lnTo>
                  <a:pt x="3534927" y="5629056"/>
                </a:lnTo>
                <a:lnTo>
                  <a:pt x="3540266" y="5636984"/>
                </a:lnTo>
                <a:lnTo>
                  <a:pt x="3542225" y="5646692"/>
                </a:lnTo>
                <a:lnTo>
                  <a:pt x="3540267" y="5656400"/>
                </a:lnTo>
                <a:lnTo>
                  <a:pt x="3534928" y="5664329"/>
                </a:lnTo>
                <a:lnTo>
                  <a:pt x="3527010" y="5669674"/>
                </a:lnTo>
                <a:lnTo>
                  <a:pt x="3517314" y="5671634"/>
                </a:lnTo>
                <a:close/>
              </a:path>
              <a:path w="6162040" h="6475095">
                <a:moveTo>
                  <a:pt x="4390413" y="5671634"/>
                </a:moveTo>
                <a:lnTo>
                  <a:pt x="4380717" y="5669674"/>
                </a:lnTo>
                <a:lnTo>
                  <a:pt x="4372799" y="5664329"/>
                </a:lnTo>
                <a:lnTo>
                  <a:pt x="4367460" y="5656400"/>
                </a:lnTo>
                <a:lnTo>
                  <a:pt x="4365502" y="5646692"/>
                </a:lnTo>
                <a:lnTo>
                  <a:pt x="4367460" y="5636984"/>
                </a:lnTo>
                <a:lnTo>
                  <a:pt x="4372799" y="5629056"/>
                </a:lnTo>
                <a:lnTo>
                  <a:pt x="4380717" y="5623710"/>
                </a:lnTo>
                <a:lnTo>
                  <a:pt x="4390413" y="5621750"/>
                </a:lnTo>
                <a:lnTo>
                  <a:pt x="4400109" y="5623710"/>
                </a:lnTo>
                <a:lnTo>
                  <a:pt x="4408028" y="5629056"/>
                </a:lnTo>
                <a:lnTo>
                  <a:pt x="4413367" y="5636984"/>
                </a:lnTo>
                <a:lnTo>
                  <a:pt x="4415324" y="5646692"/>
                </a:lnTo>
                <a:lnTo>
                  <a:pt x="4413367" y="5656400"/>
                </a:lnTo>
                <a:lnTo>
                  <a:pt x="4408028" y="5664329"/>
                </a:lnTo>
                <a:lnTo>
                  <a:pt x="4400109" y="5669674"/>
                </a:lnTo>
                <a:lnTo>
                  <a:pt x="4390413" y="5671634"/>
                </a:lnTo>
                <a:close/>
              </a:path>
              <a:path w="6162040" h="6475095">
                <a:moveTo>
                  <a:pt x="5263512" y="5671634"/>
                </a:moveTo>
                <a:lnTo>
                  <a:pt x="5253816" y="5669674"/>
                </a:lnTo>
                <a:lnTo>
                  <a:pt x="5245898" y="5664329"/>
                </a:lnTo>
                <a:lnTo>
                  <a:pt x="5240559" y="5656400"/>
                </a:lnTo>
                <a:lnTo>
                  <a:pt x="5238602" y="5646692"/>
                </a:lnTo>
                <a:lnTo>
                  <a:pt x="5240559" y="5636984"/>
                </a:lnTo>
                <a:lnTo>
                  <a:pt x="5245898" y="5629056"/>
                </a:lnTo>
                <a:lnTo>
                  <a:pt x="5253816" y="5623710"/>
                </a:lnTo>
                <a:lnTo>
                  <a:pt x="5263512" y="5621750"/>
                </a:lnTo>
                <a:lnTo>
                  <a:pt x="5273210" y="5623710"/>
                </a:lnTo>
                <a:lnTo>
                  <a:pt x="5281128" y="5629056"/>
                </a:lnTo>
                <a:lnTo>
                  <a:pt x="5286466" y="5636984"/>
                </a:lnTo>
                <a:lnTo>
                  <a:pt x="5288424" y="5646692"/>
                </a:lnTo>
                <a:lnTo>
                  <a:pt x="5286466" y="5656400"/>
                </a:lnTo>
                <a:lnTo>
                  <a:pt x="5281127" y="5664329"/>
                </a:lnTo>
                <a:lnTo>
                  <a:pt x="5273209" y="5669674"/>
                </a:lnTo>
                <a:lnTo>
                  <a:pt x="5263512" y="5671634"/>
                </a:lnTo>
                <a:close/>
              </a:path>
              <a:path w="6162040" h="6475095">
                <a:moveTo>
                  <a:pt x="6136615" y="5671634"/>
                </a:moveTo>
                <a:lnTo>
                  <a:pt x="6126919" y="5669674"/>
                </a:lnTo>
                <a:lnTo>
                  <a:pt x="6119000" y="5664329"/>
                </a:lnTo>
                <a:lnTo>
                  <a:pt x="6113662" y="5656400"/>
                </a:lnTo>
                <a:lnTo>
                  <a:pt x="6111704" y="5646692"/>
                </a:lnTo>
                <a:lnTo>
                  <a:pt x="6113662" y="5636984"/>
                </a:lnTo>
                <a:lnTo>
                  <a:pt x="6119000" y="5629056"/>
                </a:lnTo>
                <a:lnTo>
                  <a:pt x="6126919" y="5623710"/>
                </a:lnTo>
                <a:lnTo>
                  <a:pt x="6136615" y="5621750"/>
                </a:lnTo>
                <a:lnTo>
                  <a:pt x="6146311" y="5623710"/>
                </a:lnTo>
                <a:lnTo>
                  <a:pt x="6154229" y="5629056"/>
                </a:lnTo>
                <a:lnTo>
                  <a:pt x="6159568" y="5636984"/>
                </a:lnTo>
                <a:lnTo>
                  <a:pt x="6161526" y="5646692"/>
                </a:lnTo>
                <a:lnTo>
                  <a:pt x="6159568" y="5656400"/>
                </a:lnTo>
                <a:lnTo>
                  <a:pt x="6154229" y="5664329"/>
                </a:lnTo>
                <a:lnTo>
                  <a:pt x="6146311" y="5669674"/>
                </a:lnTo>
                <a:lnTo>
                  <a:pt x="6136615" y="5671634"/>
                </a:lnTo>
                <a:close/>
              </a:path>
              <a:path w="6162040" h="6475095">
                <a:moveTo>
                  <a:pt x="24910" y="6474742"/>
                </a:moveTo>
                <a:lnTo>
                  <a:pt x="15214" y="6472782"/>
                </a:lnTo>
                <a:lnTo>
                  <a:pt x="7296" y="6467436"/>
                </a:lnTo>
                <a:lnTo>
                  <a:pt x="1957" y="6459508"/>
                </a:lnTo>
                <a:lnTo>
                  <a:pt x="0" y="6449800"/>
                </a:lnTo>
                <a:lnTo>
                  <a:pt x="1958" y="6440091"/>
                </a:lnTo>
                <a:lnTo>
                  <a:pt x="7298" y="6432163"/>
                </a:lnTo>
                <a:lnTo>
                  <a:pt x="15216" y="6426818"/>
                </a:lnTo>
                <a:lnTo>
                  <a:pt x="24910" y="6424858"/>
                </a:lnTo>
                <a:lnTo>
                  <a:pt x="34607" y="6426818"/>
                </a:lnTo>
                <a:lnTo>
                  <a:pt x="42526" y="6432164"/>
                </a:lnTo>
                <a:lnTo>
                  <a:pt x="47864" y="6440092"/>
                </a:lnTo>
                <a:lnTo>
                  <a:pt x="49821" y="6449800"/>
                </a:lnTo>
                <a:lnTo>
                  <a:pt x="47863" y="6459509"/>
                </a:lnTo>
                <a:lnTo>
                  <a:pt x="42524" y="6467437"/>
                </a:lnTo>
                <a:lnTo>
                  <a:pt x="34606" y="6472782"/>
                </a:lnTo>
                <a:lnTo>
                  <a:pt x="24910" y="6474742"/>
                </a:lnTo>
                <a:close/>
              </a:path>
              <a:path w="6162040" h="6475095">
                <a:moveTo>
                  <a:pt x="898010" y="6474742"/>
                </a:moveTo>
                <a:lnTo>
                  <a:pt x="888314" y="6472782"/>
                </a:lnTo>
                <a:lnTo>
                  <a:pt x="880395" y="6467436"/>
                </a:lnTo>
                <a:lnTo>
                  <a:pt x="875056" y="6459508"/>
                </a:lnTo>
                <a:lnTo>
                  <a:pt x="873099" y="6449800"/>
                </a:lnTo>
                <a:lnTo>
                  <a:pt x="875058" y="6440091"/>
                </a:lnTo>
                <a:lnTo>
                  <a:pt x="880397" y="6432163"/>
                </a:lnTo>
                <a:lnTo>
                  <a:pt x="888316" y="6426818"/>
                </a:lnTo>
                <a:lnTo>
                  <a:pt x="898010" y="6424858"/>
                </a:lnTo>
                <a:lnTo>
                  <a:pt x="907708" y="6426818"/>
                </a:lnTo>
                <a:lnTo>
                  <a:pt x="915626" y="6432164"/>
                </a:lnTo>
                <a:lnTo>
                  <a:pt x="920964" y="6440092"/>
                </a:lnTo>
                <a:lnTo>
                  <a:pt x="922921" y="6449800"/>
                </a:lnTo>
                <a:lnTo>
                  <a:pt x="920963" y="6459509"/>
                </a:lnTo>
                <a:lnTo>
                  <a:pt x="915624" y="6467437"/>
                </a:lnTo>
                <a:lnTo>
                  <a:pt x="907705" y="6472782"/>
                </a:lnTo>
                <a:lnTo>
                  <a:pt x="898010" y="6474742"/>
                </a:lnTo>
                <a:close/>
              </a:path>
              <a:path w="6162040" h="6475095">
                <a:moveTo>
                  <a:pt x="1771112" y="6474742"/>
                </a:moveTo>
                <a:lnTo>
                  <a:pt x="1761416" y="6472782"/>
                </a:lnTo>
                <a:lnTo>
                  <a:pt x="1753498" y="6467436"/>
                </a:lnTo>
                <a:lnTo>
                  <a:pt x="1748159" y="6459508"/>
                </a:lnTo>
                <a:lnTo>
                  <a:pt x="1746201" y="6449800"/>
                </a:lnTo>
                <a:lnTo>
                  <a:pt x="1748160" y="6440091"/>
                </a:lnTo>
                <a:lnTo>
                  <a:pt x="1753500" y="6432163"/>
                </a:lnTo>
                <a:lnTo>
                  <a:pt x="1761418" y="6426818"/>
                </a:lnTo>
                <a:lnTo>
                  <a:pt x="1771112" y="6424858"/>
                </a:lnTo>
                <a:lnTo>
                  <a:pt x="1780809" y="6426818"/>
                </a:lnTo>
                <a:lnTo>
                  <a:pt x="1788727" y="6432164"/>
                </a:lnTo>
                <a:lnTo>
                  <a:pt x="1794066" y="6440092"/>
                </a:lnTo>
                <a:lnTo>
                  <a:pt x="1796023" y="6449800"/>
                </a:lnTo>
                <a:lnTo>
                  <a:pt x="1794065" y="6459509"/>
                </a:lnTo>
                <a:lnTo>
                  <a:pt x="1788726" y="6467437"/>
                </a:lnTo>
                <a:lnTo>
                  <a:pt x="1780808" y="6472782"/>
                </a:lnTo>
                <a:lnTo>
                  <a:pt x="1771112" y="6474742"/>
                </a:lnTo>
                <a:close/>
              </a:path>
              <a:path w="6162040" h="6475095">
                <a:moveTo>
                  <a:pt x="2644212" y="6474742"/>
                </a:moveTo>
                <a:lnTo>
                  <a:pt x="2634515" y="6472782"/>
                </a:lnTo>
                <a:lnTo>
                  <a:pt x="2626597" y="6467436"/>
                </a:lnTo>
                <a:lnTo>
                  <a:pt x="2621258" y="6459508"/>
                </a:lnTo>
                <a:lnTo>
                  <a:pt x="2619301" y="6449800"/>
                </a:lnTo>
                <a:lnTo>
                  <a:pt x="2621259" y="6440091"/>
                </a:lnTo>
                <a:lnTo>
                  <a:pt x="2626599" y="6432163"/>
                </a:lnTo>
                <a:lnTo>
                  <a:pt x="2634518" y="6426818"/>
                </a:lnTo>
                <a:lnTo>
                  <a:pt x="2644212" y="6424858"/>
                </a:lnTo>
                <a:lnTo>
                  <a:pt x="2653908" y="6426818"/>
                </a:lnTo>
                <a:lnTo>
                  <a:pt x="2661827" y="6432164"/>
                </a:lnTo>
                <a:lnTo>
                  <a:pt x="2667165" y="6440092"/>
                </a:lnTo>
                <a:lnTo>
                  <a:pt x="2669122" y="6449800"/>
                </a:lnTo>
                <a:lnTo>
                  <a:pt x="2667164" y="6459509"/>
                </a:lnTo>
                <a:lnTo>
                  <a:pt x="2661825" y="6467437"/>
                </a:lnTo>
                <a:lnTo>
                  <a:pt x="2653907" y="6472782"/>
                </a:lnTo>
                <a:lnTo>
                  <a:pt x="2644212" y="6474742"/>
                </a:lnTo>
                <a:close/>
              </a:path>
              <a:path w="6162040" h="6475095">
                <a:moveTo>
                  <a:pt x="3517314" y="6474742"/>
                </a:moveTo>
                <a:lnTo>
                  <a:pt x="3507617" y="6472782"/>
                </a:lnTo>
                <a:lnTo>
                  <a:pt x="3499699" y="6467436"/>
                </a:lnTo>
                <a:lnTo>
                  <a:pt x="3494360" y="6459508"/>
                </a:lnTo>
                <a:lnTo>
                  <a:pt x="3492403" y="6449800"/>
                </a:lnTo>
                <a:lnTo>
                  <a:pt x="3494361" y="6440091"/>
                </a:lnTo>
                <a:lnTo>
                  <a:pt x="3499701" y="6432163"/>
                </a:lnTo>
                <a:lnTo>
                  <a:pt x="3507620" y="6426818"/>
                </a:lnTo>
                <a:lnTo>
                  <a:pt x="3517314" y="6424858"/>
                </a:lnTo>
                <a:lnTo>
                  <a:pt x="3527010" y="6426818"/>
                </a:lnTo>
                <a:lnTo>
                  <a:pt x="3534928" y="6432164"/>
                </a:lnTo>
                <a:lnTo>
                  <a:pt x="3540266" y="6440092"/>
                </a:lnTo>
                <a:lnTo>
                  <a:pt x="3542225" y="6449800"/>
                </a:lnTo>
                <a:lnTo>
                  <a:pt x="3540267" y="6459509"/>
                </a:lnTo>
                <a:lnTo>
                  <a:pt x="3534928" y="6467437"/>
                </a:lnTo>
                <a:lnTo>
                  <a:pt x="3527009" y="6472782"/>
                </a:lnTo>
                <a:lnTo>
                  <a:pt x="3517314" y="6474742"/>
                </a:lnTo>
                <a:close/>
              </a:path>
              <a:path w="6162040" h="6475095">
                <a:moveTo>
                  <a:pt x="4390413" y="6474742"/>
                </a:moveTo>
                <a:lnTo>
                  <a:pt x="4380717" y="6472782"/>
                </a:lnTo>
                <a:lnTo>
                  <a:pt x="4372798" y="6467436"/>
                </a:lnTo>
                <a:lnTo>
                  <a:pt x="4367460" y="6459508"/>
                </a:lnTo>
                <a:lnTo>
                  <a:pt x="4365502" y="6449800"/>
                </a:lnTo>
                <a:lnTo>
                  <a:pt x="4367461" y="6440091"/>
                </a:lnTo>
                <a:lnTo>
                  <a:pt x="4372800" y="6432163"/>
                </a:lnTo>
                <a:lnTo>
                  <a:pt x="4380719" y="6426818"/>
                </a:lnTo>
                <a:lnTo>
                  <a:pt x="4390413" y="6424858"/>
                </a:lnTo>
                <a:lnTo>
                  <a:pt x="4400110" y="6426818"/>
                </a:lnTo>
                <a:lnTo>
                  <a:pt x="4408028" y="6432164"/>
                </a:lnTo>
                <a:lnTo>
                  <a:pt x="4413367" y="6440092"/>
                </a:lnTo>
                <a:lnTo>
                  <a:pt x="4415324" y="6449800"/>
                </a:lnTo>
                <a:lnTo>
                  <a:pt x="4413366" y="6459509"/>
                </a:lnTo>
                <a:lnTo>
                  <a:pt x="4408027" y="6467437"/>
                </a:lnTo>
                <a:lnTo>
                  <a:pt x="4400109" y="6472782"/>
                </a:lnTo>
                <a:lnTo>
                  <a:pt x="4390413" y="6474742"/>
                </a:lnTo>
                <a:close/>
              </a:path>
              <a:path w="6162040" h="6475095">
                <a:moveTo>
                  <a:pt x="5263512" y="6474742"/>
                </a:moveTo>
                <a:lnTo>
                  <a:pt x="5253816" y="6472782"/>
                </a:lnTo>
                <a:lnTo>
                  <a:pt x="5245898" y="6467436"/>
                </a:lnTo>
                <a:lnTo>
                  <a:pt x="5240559" y="6459508"/>
                </a:lnTo>
                <a:lnTo>
                  <a:pt x="5238602" y="6449800"/>
                </a:lnTo>
                <a:lnTo>
                  <a:pt x="5240560" y="6440091"/>
                </a:lnTo>
                <a:lnTo>
                  <a:pt x="5245900" y="6432163"/>
                </a:lnTo>
                <a:lnTo>
                  <a:pt x="5253818" y="6426818"/>
                </a:lnTo>
                <a:lnTo>
                  <a:pt x="5263512" y="6424858"/>
                </a:lnTo>
                <a:lnTo>
                  <a:pt x="5273211" y="6426818"/>
                </a:lnTo>
                <a:lnTo>
                  <a:pt x="5281129" y="6432164"/>
                </a:lnTo>
                <a:lnTo>
                  <a:pt x="5286467" y="6440092"/>
                </a:lnTo>
                <a:lnTo>
                  <a:pt x="5288424" y="6449800"/>
                </a:lnTo>
                <a:lnTo>
                  <a:pt x="5286466" y="6459509"/>
                </a:lnTo>
                <a:lnTo>
                  <a:pt x="5281127" y="6467437"/>
                </a:lnTo>
                <a:lnTo>
                  <a:pt x="5273208" y="6472782"/>
                </a:lnTo>
                <a:lnTo>
                  <a:pt x="5263512" y="6474742"/>
                </a:lnTo>
                <a:close/>
              </a:path>
              <a:path w="6162040" h="6475095">
                <a:moveTo>
                  <a:pt x="6136615" y="6474742"/>
                </a:moveTo>
                <a:lnTo>
                  <a:pt x="6126919" y="6472782"/>
                </a:lnTo>
                <a:lnTo>
                  <a:pt x="6119000" y="6467436"/>
                </a:lnTo>
                <a:lnTo>
                  <a:pt x="6113661" y="6459508"/>
                </a:lnTo>
                <a:lnTo>
                  <a:pt x="6111704" y="6449800"/>
                </a:lnTo>
                <a:lnTo>
                  <a:pt x="6113663" y="6440091"/>
                </a:lnTo>
                <a:lnTo>
                  <a:pt x="6119002" y="6432163"/>
                </a:lnTo>
                <a:lnTo>
                  <a:pt x="6126921" y="6426818"/>
                </a:lnTo>
                <a:lnTo>
                  <a:pt x="6136615" y="6424858"/>
                </a:lnTo>
                <a:lnTo>
                  <a:pt x="6146312" y="6426818"/>
                </a:lnTo>
                <a:lnTo>
                  <a:pt x="6154230" y="6432164"/>
                </a:lnTo>
                <a:lnTo>
                  <a:pt x="6159569" y="6440092"/>
                </a:lnTo>
                <a:lnTo>
                  <a:pt x="6161526" y="6449800"/>
                </a:lnTo>
                <a:lnTo>
                  <a:pt x="6159568" y="6459509"/>
                </a:lnTo>
                <a:lnTo>
                  <a:pt x="6154229" y="6467437"/>
                </a:lnTo>
                <a:lnTo>
                  <a:pt x="6146311" y="6472782"/>
                </a:lnTo>
                <a:lnTo>
                  <a:pt x="6136615" y="6474742"/>
                </a:lnTo>
                <a:close/>
              </a:path>
            </a:pathLst>
          </a:custGeom>
          <a:solidFill>
            <a:srgbClr val="DDD9C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7485" y="1613358"/>
            <a:ext cx="6941498" cy="7645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rgbClr val="18120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EC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6470" y="1258778"/>
            <a:ext cx="4535058" cy="919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1" i="0">
                <a:solidFill>
                  <a:srgbClr val="18120C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19749" y="4604294"/>
            <a:ext cx="14848500" cy="528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18120C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1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jp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5376" y="473442"/>
            <a:ext cx="17256125" cy="9521190"/>
            <a:chOff x="535376" y="473442"/>
            <a:chExt cx="17256125" cy="9521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6394" y="473442"/>
              <a:ext cx="7289636" cy="60212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44220" y="2956459"/>
              <a:ext cx="1490345" cy="3369310"/>
            </a:xfrm>
            <a:custGeom>
              <a:avLst/>
              <a:gdLst/>
              <a:ahLst/>
              <a:cxnLst/>
              <a:rect l="l" t="t" r="r" b="b"/>
              <a:pathLst>
                <a:path w="1490345" h="3369310">
                  <a:moveTo>
                    <a:pt x="540833" y="764389"/>
                  </a:moveTo>
                  <a:lnTo>
                    <a:pt x="352877" y="760820"/>
                  </a:lnTo>
                  <a:lnTo>
                    <a:pt x="258812" y="760454"/>
                  </a:lnTo>
                  <a:lnTo>
                    <a:pt x="14281" y="757516"/>
                  </a:lnTo>
                  <a:lnTo>
                    <a:pt x="14285" y="743249"/>
                  </a:lnTo>
                  <a:lnTo>
                    <a:pt x="221674" y="745978"/>
                  </a:lnTo>
                  <a:lnTo>
                    <a:pt x="339932" y="746454"/>
                  </a:lnTo>
                  <a:lnTo>
                    <a:pt x="574947" y="749767"/>
                  </a:lnTo>
                  <a:lnTo>
                    <a:pt x="678557" y="749775"/>
                  </a:lnTo>
                  <a:lnTo>
                    <a:pt x="1273161" y="751794"/>
                  </a:lnTo>
                  <a:lnTo>
                    <a:pt x="1475882" y="752573"/>
                  </a:lnTo>
                  <a:lnTo>
                    <a:pt x="1475865" y="764072"/>
                  </a:lnTo>
                  <a:lnTo>
                    <a:pt x="634741" y="764072"/>
                  </a:lnTo>
                  <a:lnTo>
                    <a:pt x="540833" y="764389"/>
                  </a:lnTo>
                  <a:close/>
                </a:path>
                <a:path w="1490345" h="3369310">
                  <a:moveTo>
                    <a:pt x="678557" y="749775"/>
                  </a:moveTo>
                  <a:lnTo>
                    <a:pt x="621972" y="749775"/>
                  </a:lnTo>
                  <a:lnTo>
                    <a:pt x="668954" y="749732"/>
                  </a:lnTo>
                  <a:lnTo>
                    <a:pt x="678557" y="749775"/>
                  </a:lnTo>
                  <a:close/>
                </a:path>
                <a:path w="1490345" h="3369310">
                  <a:moveTo>
                    <a:pt x="1475882" y="752573"/>
                  </a:moveTo>
                  <a:lnTo>
                    <a:pt x="1361278" y="752573"/>
                  </a:lnTo>
                  <a:lnTo>
                    <a:pt x="1431531" y="750907"/>
                  </a:lnTo>
                  <a:lnTo>
                    <a:pt x="1475886" y="750176"/>
                  </a:lnTo>
                  <a:lnTo>
                    <a:pt x="1475882" y="752573"/>
                  </a:lnTo>
                  <a:close/>
                </a:path>
                <a:path w="1490345" h="3369310">
                  <a:moveTo>
                    <a:pt x="1273161" y="751794"/>
                  </a:moveTo>
                  <a:lnTo>
                    <a:pt x="1138416" y="751794"/>
                  </a:lnTo>
                  <a:lnTo>
                    <a:pt x="1220529" y="751644"/>
                  </a:lnTo>
                  <a:lnTo>
                    <a:pt x="1273161" y="751794"/>
                  </a:lnTo>
                  <a:close/>
                </a:path>
                <a:path w="1490345" h="3369310">
                  <a:moveTo>
                    <a:pt x="1150745" y="766070"/>
                  </a:moveTo>
                  <a:lnTo>
                    <a:pt x="634741" y="764072"/>
                  </a:lnTo>
                  <a:lnTo>
                    <a:pt x="1475865" y="764072"/>
                  </a:lnTo>
                  <a:lnTo>
                    <a:pt x="1475864" y="764443"/>
                  </a:lnTo>
                  <a:lnTo>
                    <a:pt x="1399668" y="765784"/>
                  </a:lnTo>
                  <a:lnTo>
                    <a:pt x="1229857" y="765784"/>
                  </a:lnTo>
                  <a:lnTo>
                    <a:pt x="1150745" y="766070"/>
                  </a:lnTo>
                  <a:close/>
                </a:path>
                <a:path w="1490345" h="3369310">
                  <a:moveTo>
                    <a:pt x="1348426" y="766623"/>
                  </a:moveTo>
                  <a:lnTo>
                    <a:pt x="1269412" y="765811"/>
                  </a:lnTo>
                  <a:lnTo>
                    <a:pt x="1229857" y="765784"/>
                  </a:lnTo>
                  <a:lnTo>
                    <a:pt x="1399668" y="765784"/>
                  </a:lnTo>
                  <a:lnTo>
                    <a:pt x="1348426" y="766623"/>
                  </a:lnTo>
                  <a:close/>
                </a:path>
                <a:path w="1490345" h="3369310">
                  <a:moveTo>
                    <a:pt x="1453445" y="1134986"/>
                  </a:moveTo>
                  <a:lnTo>
                    <a:pt x="1223647" y="1134986"/>
                  </a:lnTo>
                  <a:lnTo>
                    <a:pt x="1364770" y="1133893"/>
                  </a:lnTo>
                  <a:lnTo>
                    <a:pt x="1453445" y="1134986"/>
                  </a:lnTo>
                  <a:close/>
                </a:path>
                <a:path w="1490345" h="3369310">
                  <a:moveTo>
                    <a:pt x="1479477" y="1140301"/>
                  </a:moveTo>
                  <a:lnTo>
                    <a:pt x="729272" y="1140301"/>
                  </a:lnTo>
                  <a:lnTo>
                    <a:pt x="812545" y="1139638"/>
                  </a:lnTo>
                  <a:lnTo>
                    <a:pt x="1046908" y="1138308"/>
                  </a:lnTo>
                  <a:lnTo>
                    <a:pt x="1082269" y="1137623"/>
                  </a:lnTo>
                  <a:lnTo>
                    <a:pt x="1152955" y="1135361"/>
                  </a:lnTo>
                  <a:lnTo>
                    <a:pt x="1188324" y="1134940"/>
                  </a:lnTo>
                  <a:lnTo>
                    <a:pt x="1453445" y="1134986"/>
                  </a:lnTo>
                  <a:lnTo>
                    <a:pt x="1479482" y="1135138"/>
                  </a:lnTo>
                  <a:lnTo>
                    <a:pt x="1479477" y="1140301"/>
                  </a:lnTo>
                  <a:close/>
                </a:path>
                <a:path w="1490345" h="3369310">
                  <a:moveTo>
                    <a:pt x="259303" y="1154143"/>
                  </a:moveTo>
                  <a:lnTo>
                    <a:pt x="14269" y="1151844"/>
                  </a:lnTo>
                  <a:lnTo>
                    <a:pt x="14274" y="1137576"/>
                  </a:lnTo>
                  <a:lnTo>
                    <a:pt x="177942" y="1139639"/>
                  </a:lnTo>
                  <a:lnTo>
                    <a:pt x="1479477" y="1140301"/>
                  </a:lnTo>
                  <a:lnTo>
                    <a:pt x="1479469" y="1148360"/>
                  </a:lnTo>
                  <a:lnTo>
                    <a:pt x="1351892" y="1148360"/>
                  </a:lnTo>
                  <a:lnTo>
                    <a:pt x="1193276" y="1149018"/>
                  </a:lnTo>
                  <a:lnTo>
                    <a:pt x="1153569" y="1149378"/>
                  </a:lnTo>
                  <a:lnTo>
                    <a:pt x="1048034" y="1152264"/>
                  </a:lnTo>
                  <a:lnTo>
                    <a:pt x="494923" y="1153197"/>
                  </a:lnTo>
                  <a:lnTo>
                    <a:pt x="259303" y="1154143"/>
                  </a:lnTo>
                  <a:close/>
                </a:path>
                <a:path w="1490345" h="3369310">
                  <a:moveTo>
                    <a:pt x="652836" y="1139676"/>
                  </a:moveTo>
                  <a:lnTo>
                    <a:pt x="387800" y="1139676"/>
                  </a:lnTo>
                  <a:lnTo>
                    <a:pt x="576281" y="1139417"/>
                  </a:lnTo>
                  <a:lnTo>
                    <a:pt x="652836" y="1139676"/>
                  </a:lnTo>
                  <a:close/>
                </a:path>
                <a:path w="1490345" h="3369310">
                  <a:moveTo>
                    <a:pt x="677393" y="1139901"/>
                  </a:moveTo>
                  <a:lnTo>
                    <a:pt x="222052" y="1139901"/>
                  </a:lnTo>
                  <a:lnTo>
                    <a:pt x="340679" y="1139608"/>
                  </a:lnTo>
                  <a:lnTo>
                    <a:pt x="652836" y="1139676"/>
                  </a:lnTo>
                  <a:lnTo>
                    <a:pt x="677393" y="1139901"/>
                  </a:lnTo>
                  <a:close/>
                </a:path>
                <a:path w="1490345" h="3369310">
                  <a:moveTo>
                    <a:pt x="1479468" y="1149405"/>
                  </a:moveTo>
                  <a:lnTo>
                    <a:pt x="1351892" y="1148360"/>
                  </a:lnTo>
                  <a:lnTo>
                    <a:pt x="1479469" y="1148360"/>
                  </a:lnTo>
                  <a:lnTo>
                    <a:pt x="1479468" y="1149405"/>
                  </a:lnTo>
                  <a:close/>
                </a:path>
                <a:path w="1490345" h="3369310">
                  <a:moveTo>
                    <a:pt x="1272694" y="1149088"/>
                  </a:moveTo>
                  <a:lnTo>
                    <a:pt x="1193276" y="1149018"/>
                  </a:lnTo>
                  <a:lnTo>
                    <a:pt x="1279530" y="1149018"/>
                  </a:lnTo>
                  <a:lnTo>
                    <a:pt x="1272694" y="1149088"/>
                  </a:lnTo>
                  <a:close/>
                </a:path>
                <a:path w="1490345" h="3369310">
                  <a:moveTo>
                    <a:pt x="730110" y="1154593"/>
                  </a:moveTo>
                  <a:lnTo>
                    <a:pt x="494923" y="1153197"/>
                  </a:lnTo>
                  <a:lnTo>
                    <a:pt x="876927" y="1153197"/>
                  </a:lnTo>
                  <a:lnTo>
                    <a:pt x="730110" y="1154593"/>
                  </a:lnTo>
                  <a:close/>
                </a:path>
                <a:path w="1490345" h="3369310">
                  <a:moveTo>
                    <a:pt x="12157" y="1564872"/>
                  </a:moveTo>
                  <a:lnTo>
                    <a:pt x="12186" y="1550605"/>
                  </a:lnTo>
                  <a:lnTo>
                    <a:pt x="286061" y="1545882"/>
                  </a:lnTo>
                  <a:lnTo>
                    <a:pt x="386198" y="1545433"/>
                  </a:lnTo>
                  <a:lnTo>
                    <a:pt x="663862" y="1545883"/>
                  </a:lnTo>
                  <a:lnTo>
                    <a:pt x="840381" y="1546856"/>
                  </a:lnTo>
                  <a:lnTo>
                    <a:pt x="869749" y="1547091"/>
                  </a:lnTo>
                  <a:lnTo>
                    <a:pt x="940469" y="1548331"/>
                  </a:lnTo>
                  <a:lnTo>
                    <a:pt x="1106408" y="1548331"/>
                  </a:lnTo>
                  <a:lnTo>
                    <a:pt x="1152455" y="1549578"/>
                  </a:lnTo>
                  <a:lnTo>
                    <a:pt x="1298517" y="1549766"/>
                  </a:lnTo>
                  <a:lnTo>
                    <a:pt x="1364559" y="1550921"/>
                  </a:lnTo>
                  <a:lnTo>
                    <a:pt x="1479473" y="1550921"/>
                  </a:lnTo>
                  <a:lnTo>
                    <a:pt x="1479463" y="1559755"/>
                  </a:lnTo>
                  <a:lnTo>
                    <a:pt x="351933" y="1559755"/>
                  </a:lnTo>
                  <a:lnTo>
                    <a:pt x="12157" y="1564872"/>
                  </a:lnTo>
                  <a:close/>
                </a:path>
                <a:path w="1490345" h="3369310">
                  <a:moveTo>
                    <a:pt x="663862" y="1545883"/>
                  </a:moveTo>
                  <a:lnTo>
                    <a:pt x="574954" y="1545883"/>
                  </a:lnTo>
                  <a:lnTo>
                    <a:pt x="622145" y="1545738"/>
                  </a:lnTo>
                  <a:lnTo>
                    <a:pt x="663862" y="1545883"/>
                  </a:lnTo>
                  <a:close/>
                </a:path>
                <a:path w="1490345" h="3369310">
                  <a:moveTo>
                    <a:pt x="840381" y="1546856"/>
                  </a:moveTo>
                  <a:lnTo>
                    <a:pt x="763497" y="1546856"/>
                  </a:lnTo>
                  <a:lnTo>
                    <a:pt x="798925" y="1546789"/>
                  </a:lnTo>
                  <a:lnTo>
                    <a:pt x="840381" y="1546856"/>
                  </a:lnTo>
                  <a:close/>
                </a:path>
                <a:path w="1490345" h="3369310">
                  <a:moveTo>
                    <a:pt x="1106408" y="1548331"/>
                  </a:moveTo>
                  <a:lnTo>
                    <a:pt x="940469" y="1548331"/>
                  </a:lnTo>
                  <a:lnTo>
                    <a:pt x="1046261" y="1547234"/>
                  </a:lnTo>
                  <a:lnTo>
                    <a:pt x="1081667" y="1547625"/>
                  </a:lnTo>
                  <a:lnTo>
                    <a:pt x="1106408" y="1548331"/>
                  </a:lnTo>
                  <a:close/>
                </a:path>
                <a:path w="1490345" h="3369310">
                  <a:moveTo>
                    <a:pt x="1298517" y="1549766"/>
                  </a:moveTo>
                  <a:lnTo>
                    <a:pt x="1187868" y="1549766"/>
                  </a:lnTo>
                  <a:lnTo>
                    <a:pt x="1258598" y="1549395"/>
                  </a:lnTo>
                  <a:lnTo>
                    <a:pt x="1293941" y="1549676"/>
                  </a:lnTo>
                  <a:lnTo>
                    <a:pt x="1298517" y="1549766"/>
                  </a:lnTo>
                  <a:close/>
                </a:path>
                <a:path w="1490345" h="3369310">
                  <a:moveTo>
                    <a:pt x="1479473" y="1550921"/>
                  </a:moveTo>
                  <a:lnTo>
                    <a:pt x="1364559" y="1550921"/>
                  </a:lnTo>
                  <a:lnTo>
                    <a:pt x="1479474" y="1550461"/>
                  </a:lnTo>
                  <a:lnTo>
                    <a:pt x="1479473" y="1550921"/>
                  </a:lnTo>
                  <a:close/>
                </a:path>
                <a:path w="1490345" h="3369310">
                  <a:moveTo>
                    <a:pt x="540649" y="1560548"/>
                  </a:moveTo>
                  <a:lnTo>
                    <a:pt x="351933" y="1559755"/>
                  </a:lnTo>
                  <a:lnTo>
                    <a:pt x="1479463" y="1559755"/>
                  </a:lnTo>
                  <a:lnTo>
                    <a:pt x="1479463" y="1560137"/>
                  </a:lnTo>
                  <a:lnTo>
                    <a:pt x="623127" y="1560137"/>
                  </a:lnTo>
                  <a:lnTo>
                    <a:pt x="540649" y="1560548"/>
                  </a:lnTo>
                  <a:close/>
                </a:path>
                <a:path w="1490345" h="3369310">
                  <a:moveTo>
                    <a:pt x="764372" y="1561078"/>
                  </a:moveTo>
                  <a:lnTo>
                    <a:pt x="623127" y="1560137"/>
                  </a:lnTo>
                  <a:lnTo>
                    <a:pt x="1479463" y="1560137"/>
                  </a:lnTo>
                  <a:lnTo>
                    <a:pt x="1479462" y="1560813"/>
                  </a:lnTo>
                  <a:lnTo>
                    <a:pt x="835117" y="1560813"/>
                  </a:lnTo>
                  <a:lnTo>
                    <a:pt x="764372" y="1561078"/>
                  </a:lnTo>
                  <a:close/>
                </a:path>
                <a:path w="1490345" h="3369310">
                  <a:moveTo>
                    <a:pt x="976673" y="1562645"/>
                  </a:moveTo>
                  <a:lnTo>
                    <a:pt x="941291" y="1562487"/>
                  </a:lnTo>
                  <a:lnTo>
                    <a:pt x="870486" y="1561181"/>
                  </a:lnTo>
                  <a:lnTo>
                    <a:pt x="835117" y="1560813"/>
                  </a:lnTo>
                  <a:lnTo>
                    <a:pt x="1479462" y="1560813"/>
                  </a:lnTo>
                  <a:lnTo>
                    <a:pt x="1479461" y="1561802"/>
                  </a:lnTo>
                  <a:lnTo>
                    <a:pt x="1047378" y="1561802"/>
                  </a:lnTo>
                  <a:lnTo>
                    <a:pt x="976673" y="1562645"/>
                  </a:lnTo>
                  <a:close/>
                </a:path>
                <a:path w="1490345" h="3369310">
                  <a:moveTo>
                    <a:pt x="1192852" y="1564165"/>
                  </a:moveTo>
                  <a:lnTo>
                    <a:pt x="1153091" y="1564033"/>
                  </a:lnTo>
                  <a:lnTo>
                    <a:pt x="1082607" y="1562357"/>
                  </a:lnTo>
                  <a:lnTo>
                    <a:pt x="1047378" y="1561802"/>
                  </a:lnTo>
                  <a:lnTo>
                    <a:pt x="1479461" y="1561802"/>
                  </a:lnTo>
                  <a:lnTo>
                    <a:pt x="1479459" y="1563617"/>
                  </a:lnTo>
                  <a:lnTo>
                    <a:pt x="1272348" y="1563617"/>
                  </a:lnTo>
                  <a:lnTo>
                    <a:pt x="1192852" y="1564165"/>
                  </a:lnTo>
                  <a:close/>
                </a:path>
                <a:path w="1490345" h="3369310">
                  <a:moveTo>
                    <a:pt x="1391191" y="1565034"/>
                  </a:moveTo>
                  <a:lnTo>
                    <a:pt x="1351660" y="1564889"/>
                  </a:lnTo>
                  <a:lnTo>
                    <a:pt x="1272348" y="1563617"/>
                  </a:lnTo>
                  <a:lnTo>
                    <a:pt x="1479459" y="1563617"/>
                  </a:lnTo>
                  <a:lnTo>
                    <a:pt x="1479458" y="1564728"/>
                  </a:lnTo>
                  <a:lnTo>
                    <a:pt x="1391191" y="1565034"/>
                  </a:lnTo>
                  <a:close/>
                </a:path>
                <a:path w="1490345" h="3369310">
                  <a:moveTo>
                    <a:pt x="54535" y="1927549"/>
                  </a:moveTo>
                  <a:lnTo>
                    <a:pt x="8931" y="1927243"/>
                  </a:lnTo>
                  <a:lnTo>
                    <a:pt x="8936" y="1912976"/>
                  </a:lnTo>
                  <a:lnTo>
                    <a:pt x="139981" y="1913909"/>
                  </a:lnTo>
                  <a:lnTo>
                    <a:pt x="220187" y="1915944"/>
                  </a:lnTo>
                  <a:lnTo>
                    <a:pt x="345506" y="1915952"/>
                  </a:lnTo>
                  <a:lnTo>
                    <a:pt x="939206" y="1922808"/>
                  </a:lnTo>
                  <a:lnTo>
                    <a:pt x="1121695" y="1922826"/>
                  </a:lnTo>
                  <a:lnTo>
                    <a:pt x="1156547" y="1923587"/>
                  </a:lnTo>
                  <a:lnTo>
                    <a:pt x="1490133" y="1923943"/>
                  </a:lnTo>
                  <a:lnTo>
                    <a:pt x="1490129" y="1927514"/>
                  </a:lnTo>
                  <a:lnTo>
                    <a:pt x="90933" y="1927514"/>
                  </a:lnTo>
                  <a:lnTo>
                    <a:pt x="54535" y="1927549"/>
                  </a:lnTo>
                  <a:close/>
                </a:path>
                <a:path w="1490345" h="3369310">
                  <a:moveTo>
                    <a:pt x="345506" y="1915952"/>
                  </a:moveTo>
                  <a:lnTo>
                    <a:pt x="259743" y="1915952"/>
                  </a:lnTo>
                  <a:lnTo>
                    <a:pt x="299299" y="1915707"/>
                  </a:lnTo>
                  <a:lnTo>
                    <a:pt x="345506" y="1915952"/>
                  </a:lnTo>
                  <a:close/>
                </a:path>
                <a:path w="1490345" h="3369310">
                  <a:moveTo>
                    <a:pt x="1121695" y="1922826"/>
                  </a:moveTo>
                  <a:lnTo>
                    <a:pt x="941346" y="1922826"/>
                  </a:lnTo>
                  <a:lnTo>
                    <a:pt x="1049425" y="1921947"/>
                  </a:lnTo>
                  <a:lnTo>
                    <a:pt x="1085134" y="1922097"/>
                  </a:lnTo>
                  <a:lnTo>
                    <a:pt x="1121695" y="1922826"/>
                  </a:lnTo>
                  <a:close/>
                </a:path>
                <a:path w="1490345" h="3369310">
                  <a:moveTo>
                    <a:pt x="1490133" y="1923943"/>
                  </a:moveTo>
                  <a:lnTo>
                    <a:pt x="1192260" y="1923943"/>
                  </a:lnTo>
                  <a:lnTo>
                    <a:pt x="1335029" y="1922807"/>
                  </a:lnTo>
                  <a:lnTo>
                    <a:pt x="1371514" y="1922472"/>
                  </a:lnTo>
                  <a:lnTo>
                    <a:pt x="1411243" y="1922808"/>
                  </a:lnTo>
                  <a:lnTo>
                    <a:pt x="1490134" y="1923428"/>
                  </a:lnTo>
                  <a:lnTo>
                    <a:pt x="1490133" y="1923943"/>
                  </a:lnTo>
                  <a:close/>
                </a:path>
                <a:path w="1490345" h="3369310">
                  <a:moveTo>
                    <a:pt x="1490134" y="1923428"/>
                  </a:moveTo>
                  <a:lnTo>
                    <a:pt x="1480932" y="1923428"/>
                  </a:lnTo>
                  <a:lnTo>
                    <a:pt x="1490134" y="1923403"/>
                  </a:lnTo>
                  <a:close/>
                </a:path>
                <a:path w="1490345" h="3369310">
                  <a:moveTo>
                    <a:pt x="269163" y="1930281"/>
                  </a:moveTo>
                  <a:lnTo>
                    <a:pt x="234030" y="1930194"/>
                  </a:lnTo>
                  <a:lnTo>
                    <a:pt x="198902" y="1929679"/>
                  </a:lnTo>
                  <a:lnTo>
                    <a:pt x="127328" y="1927717"/>
                  </a:lnTo>
                  <a:lnTo>
                    <a:pt x="90933" y="1927514"/>
                  </a:lnTo>
                  <a:lnTo>
                    <a:pt x="1490129" y="1927514"/>
                  </a:lnTo>
                  <a:lnTo>
                    <a:pt x="1490126" y="1930053"/>
                  </a:lnTo>
                  <a:lnTo>
                    <a:pt x="304352" y="1930053"/>
                  </a:lnTo>
                  <a:lnTo>
                    <a:pt x="269163" y="1930281"/>
                  </a:lnTo>
                  <a:close/>
                </a:path>
                <a:path w="1490345" h="3369310">
                  <a:moveTo>
                    <a:pt x="979009" y="1937181"/>
                  </a:moveTo>
                  <a:lnTo>
                    <a:pt x="339998" y="1930117"/>
                  </a:lnTo>
                  <a:lnTo>
                    <a:pt x="304352" y="1930053"/>
                  </a:lnTo>
                  <a:lnTo>
                    <a:pt x="1490126" y="1930053"/>
                  </a:lnTo>
                  <a:lnTo>
                    <a:pt x="1490118" y="1936512"/>
                  </a:lnTo>
                  <a:lnTo>
                    <a:pt x="1050533" y="1936512"/>
                  </a:lnTo>
                  <a:lnTo>
                    <a:pt x="979009" y="1937181"/>
                  </a:lnTo>
                  <a:close/>
                </a:path>
                <a:path w="1490345" h="3369310">
                  <a:moveTo>
                    <a:pt x="1237463" y="1938459"/>
                  </a:moveTo>
                  <a:lnTo>
                    <a:pt x="1157284" y="1938147"/>
                  </a:lnTo>
                  <a:lnTo>
                    <a:pt x="1050533" y="1936512"/>
                  </a:lnTo>
                  <a:lnTo>
                    <a:pt x="1490118" y="1936512"/>
                  </a:lnTo>
                  <a:lnTo>
                    <a:pt x="1490118" y="1937017"/>
                  </a:lnTo>
                  <a:lnTo>
                    <a:pt x="1358474" y="1937017"/>
                  </a:lnTo>
                  <a:lnTo>
                    <a:pt x="1277562" y="1938148"/>
                  </a:lnTo>
                  <a:lnTo>
                    <a:pt x="1237463" y="1938459"/>
                  </a:lnTo>
                  <a:close/>
                </a:path>
                <a:path w="1490345" h="3369310">
                  <a:moveTo>
                    <a:pt x="1480932" y="1937696"/>
                  </a:moveTo>
                  <a:lnTo>
                    <a:pt x="1358474" y="1937017"/>
                  </a:lnTo>
                  <a:lnTo>
                    <a:pt x="1490118" y="1937017"/>
                  </a:lnTo>
                  <a:lnTo>
                    <a:pt x="1490117" y="1937670"/>
                  </a:lnTo>
                  <a:lnTo>
                    <a:pt x="1480932" y="1937696"/>
                  </a:lnTo>
                  <a:close/>
                </a:path>
                <a:path w="1490345" h="3369310">
                  <a:moveTo>
                    <a:pt x="702575" y="2294931"/>
                  </a:moveTo>
                  <a:lnTo>
                    <a:pt x="667217" y="2294899"/>
                  </a:lnTo>
                  <a:lnTo>
                    <a:pt x="560942" y="2293681"/>
                  </a:lnTo>
                  <a:lnTo>
                    <a:pt x="454293" y="2293347"/>
                  </a:lnTo>
                  <a:lnTo>
                    <a:pt x="418906" y="2292747"/>
                  </a:lnTo>
                  <a:lnTo>
                    <a:pt x="348150" y="2290534"/>
                  </a:lnTo>
                  <a:lnTo>
                    <a:pt x="312761" y="2289807"/>
                  </a:lnTo>
                  <a:lnTo>
                    <a:pt x="19367" y="2286732"/>
                  </a:lnTo>
                  <a:lnTo>
                    <a:pt x="19371" y="2272465"/>
                  </a:lnTo>
                  <a:lnTo>
                    <a:pt x="347026" y="2275949"/>
                  </a:lnTo>
                  <a:lnTo>
                    <a:pt x="453684" y="2278784"/>
                  </a:lnTo>
                  <a:lnTo>
                    <a:pt x="663128" y="2280836"/>
                  </a:lnTo>
                  <a:lnTo>
                    <a:pt x="775885" y="2280863"/>
                  </a:lnTo>
                  <a:lnTo>
                    <a:pt x="960021" y="2281396"/>
                  </a:lnTo>
                  <a:lnTo>
                    <a:pt x="1018765" y="2282834"/>
                  </a:lnTo>
                  <a:lnTo>
                    <a:pt x="1055895" y="2283682"/>
                  </a:lnTo>
                  <a:lnTo>
                    <a:pt x="1490150" y="2283682"/>
                  </a:lnTo>
                  <a:lnTo>
                    <a:pt x="1490137" y="2294912"/>
                  </a:lnTo>
                  <a:lnTo>
                    <a:pt x="737943" y="2294912"/>
                  </a:lnTo>
                  <a:lnTo>
                    <a:pt x="702575" y="2294931"/>
                  </a:lnTo>
                  <a:close/>
                </a:path>
                <a:path w="1490345" h="3369310">
                  <a:moveTo>
                    <a:pt x="775885" y="2280863"/>
                  </a:moveTo>
                  <a:lnTo>
                    <a:pt x="666263" y="2280863"/>
                  </a:lnTo>
                  <a:lnTo>
                    <a:pt x="701745" y="2280836"/>
                  </a:lnTo>
                  <a:lnTo>
                    <a:pt x="737099" y="2280738"/>
                  </a:lnTo>
                  <a:lnTo>
                    <a:pt x="772539" y="2280836"/>
                  </a:lnTo>
                  <a:lnTo>
                    <a:pt x="775885" y="2280863"/>
                  </a:lnTo>
                  <a:close/>
                </a:path>
                <a:path w="1490345" h="3369310">
                  <a:moveTo>
                    <a:pt x="960021" y="2281396"/>
                  </a:moveTo>
                  <a:lnTo>
                    <a:pt x="879034" y="2281396"/>
                  </a:lnTo>
                  <a:lnTo>
                    <a:pt x="914542" y="2281145"/>
                  </a:lnTo>
                  <a:lnTo>
                    <a:pt x="949914" y="2281189"/>
                  </a:lnTo>
                  <a:lnTo>
                    <a:pt x="960021" y="2281396"/>
                  </a:lnTo>
                  <a:close/>
                </a:path>
                <a:path w="1490345" h="3369310">
                  <a:moveTo>
                    <a:pt x="1490151" y="2283398"/>
                  </a:moveTo>
                  <a:lnTo>
                    <a:pt x="1268620" y="2283398"/>
                  </a:lnTo>
                  <a:lnTo>
                    <a:pt x="1304007" y="2283285"/>
                  </a:lnTo>
                  <a:lnTo>
                    <a:pt x="1326930" y="2282832"/>
                  </a:lnTo>
                  <a:lnTo>
                    <a:pt x="1374842" y="2282097"/>
                  </a:lnTo>
                  <a:lnTo>
                    <a:pt x="1490151" y="2283043"/>
                  </a:lnTo>
                  <a:lnTo>
                    <a:pt x="1490151" y="2283398"/>
                  </a:lnTo>
                  <a:close/>
                </a:path>
                <a:path w="1490345" h="3369310">
                  <a:moveTo>
                    <a:pt x="1490150" y="2283682"/>
                  </a:moveTo>
                  <a:lnTo>
                    <a:pt x="1055895" y="2283682"/>
                  </a:lnTo>
                  <a:lnTo>
                    <a:pt x="1091369" y="2283622"/>
                  </a:lnTo>
                  <a:lnTo>
                    <a:pt x="1126892" y="2282832"/>
                  </a:lnTo>
                  <a:lnTo>
                    <a:pt x="1162300" y="2282123"/>
                  </a:lnTo>
                  <a:lnTo>
                    <a:pt x="1197781" y="2282297"/>
                  </a:lnTo>
                  <a:lnTo>
                    <a:pt x="1233235" y="2283033"/>
                  </a:lnTo>
                  <a:lnTo>
                    <a:pt x="1268620" y="2283398"/>
                  </a:lnTo>
                  <a:lnTo>
                    <a:pt x="1490151" y="2283398"/>
                  </a:lnTo>
                  <a:lnTo>
                    <a:pt x="1490150" y="2283682"/>
                  </a:lnTo>
                  <a:close/>
                </a:path>
                <a:path w="1490345" h="3369310">
                  <a:moveTo>
                    <a:pt x="1490151" y="2283043"/>
                  </a:moveTo>
                  <a:lnTo>
                    <a:pt x="1480947" y="2283043"/>
                  </a:lnTo>
                  <a:lnTo>
                    <a:pt x="1490151" y="2283017"/>
                  </a:lnTo>
                  <a:close/>
                </a:path>
                <a:path w="1490345" h="3369310">
                  <a:moveTo>
                    <a:pt x="879748" y="2295768"/>
                  </a:moveTo>
                  <a:lnTo>
                    <a:pt x="737943" y="2294912"/>
                  </a:lnTo>
                  <a:lnTo>
                    <a:pt x="1490137" y="2294912"/>
                  </a:lnTo>
                  <a:lnTo>
                    <a:pt x="1490136" y="2295512"/>
                  </a:lnTo>
                  <a:lnTo>
                    <a:pt x="950724" y="2295512"/>
                  </a:lnTo>
                  <a:lnTo>
                    <a:pt x="879748" y="2295768"/>
                  </a:lnTo>
                  <a:close/>
                </a:path>
                <a:path w="1490345" h="3369310">
                  <a:moveTo>
                    <a:pt x="1057036" y="2297611"/>
                  </a:moveTo>
                  <a:lnTo>
                    <a:pt x="986187" y="2295865"/>
                  </a:lnTo>
                  <a:lnTo>
                    <a:pt x="950724" y="2295512"/>
                  </a:lnTo>
                  <a:lnTo>
                    <a:pt x="1490136" y="2295512"/>
                  </a:lnTo>
                  <a:lnTo>
                    <a:pt x="1490135" y="2296184"/>
                  </a:lnTo>
                  <a:lnTo>
                    <a:pt x="1162989" y="2296184"/>
                  </a:lnTo>
                  <a:lnTo>
                    <a:pt x="1057036" y="2297611"/>
                  </a:lnTo>
                  <a:close/>
                </a:path>
                <a:path w="1490345" h="3369310">
                  <a:moveTo>
                    <a:pt x="1282374" y="2297832"/>
                  </a:moveTo>
                  <a:lnTo>
                    <a:pt x="1202806" y="2296459"/>
                  </a:lnTo>
                  <a:lnTo>
                    <a:pt x="1162989" y="2296184"/>
                  </a:lnTo>
                  <a:lnTo>
                    <a:pt x="1490135" y="2296184"/>
                  </a:lnTo>
                  <a:lnTo>
                    <a:pt x="1490135" y="2296706"/>
                  </a:lnTo>
                  <a:lnTo>
                    <a:pt x="1361908" y="2296706"/>
                  </a:lnTo>
                  <a:lnTo>
                    <a:pt x="1282374" y="2297832"/>
                  </a:lnTo>
                  <a:close/>
                </a:path>
                <a:path w="1490345" h="3369310">
                  <a:moveTo>
                    <a:pt x="1480947" y="2297310"/>
                  </a:moveTo>
                  <a:lnTo>
                    <a:pt x="1361908" y="2296706"/>
                  </a:lnTo>
                  <a:lnTo>
                    <a:pt x="1490135" y="2296706"/>
                  </a:lnTo>
                  <a:lnTo>
                    <a:pt x="1490134" y="2297284"/>
                  </a:lnTo>
                  <a:lnTo>
                    <a:pt x="1480947" y="2297310"/>
                  </a:lnTo>
                  <a:close/>
                </a:path>
                <a:path w="1490345" h="3369310">
                  <a:moveTo>
                    <a:pt x="1486043" y="2672824"/>
                  </a:moveTo>
                  <a:lnTo>
                    <a:pt x="944309" y="2672824"/>
                  </a:lnTo>
                  <a:lnTo>
                    <a:pt x="1121731" y="2669133"/>
                  </a:lnTo>
                  <a:lnTo>
                    <a:pt x="1287543" y="2668025"/>
                  </a:lnTo>
                  <a:lnTo>
                    <a:pt x="1486063" y="2663901"/>
                  </a:lnTo>
                  <a:lnTo>
                    <a:pt x="1486043" y="2672824"/>
                  </a:lnTo>
                  <a:close/>
                </a:path>
                <a:path w="1490345" h="3369310">
                  <a:moveTo>
                    <a:pt x="55906" y="2682794"/>
                  </a:moveTo>
                  <a:lnTo>
                    <a:pt x="10985" y="2682532"/>
                  </a:lnTo>
                  <a:lnTo>
                    <a:pt x="10991" y="2668265"/>
                  </a:lnTo>
                  <a:lnTo>
                    <a:pt x="171922" y="2668584"/>
                  </a:lnTo>
                  <a:lnTo>
                    <a:pt x="339614" y="2670067"/>
                  </a:lnTo>
                  <a:lnTo>
                    <a:pt x="446596" y="2672740"/>
                  </a:lnTo>
                  <a:lnTo>
                    <a:pt x="531456" y="2672910"/>
                  </a:lnTo>
                  <a:lnTo>
                    <a:pt x="624295" y="2673975"/>
                  </a:lnTo>
                  <a:lnTo>
                    <a:pt x="1486040" y="2673975"/>
                  </a:lnTo>
                  <a:lnTo>
                    <a:pt x="1486030" y="2678168"/>
                  </a:lnTo>
                  <a:lnTo>
                    <a:pt x="1280070" y="2682454"/>
                  </a:lnTo>
                  <a:lnTo>
                    <a:pt x="127352" y="2682454"/>
                  </a:lnTo>
                  <a:lnTo>
                    <a:pt x="55906" y="2682794"/>
                  </a:lnTo>
                  <a:close/>
                </a:path>
                <a:path w="1490345" h="3369310">
                  <a:moveTo>
                    <a:pt x="171922" y="2668584"/>
                  </a:moveTo>
                  <a:lnTo>
                    <a:pt x="60252" y="2668584"/>
                  </a:lnTo>
                  <a:lnTo>
                    <a:pt x="140395" y="2668373"/>
                  </a:lnTo>
                  <a:lnTo>
                    <a:pt x="171922" y="2668584"/>
                  </a:lnTo>
                  <a:close/>
                </a:path>
                <a:path w="1490345" h="3369310">
                  <a:moveTo>
                    <a:pt x="1486040" y="2673975"/>
                  </a:moveTo>
                  <a:lnTo>
                    <a:pt x="624295" y="2673975"/>
                  </a:lnTo>
                  <a:lnTo>
                    <a:pt x="659821" y="2673960"/>
                  </a:lnTo>
                  <a:lnTo>
                    <a:pt x="730859" y="2672431"/>
                  </a:lnTo>
                  <a:lnTo>
                    <a:pt x="837613" y="2671521"/>
                  </a:lnTo>
                  <a:lnTo>
                    <a:pt x="873217" y="2671668"/>
                  </a:lnTo>
                  <a:lnTo>
                    <a:pt x="944309" y="2672824"/>
                  </a:lnTo>
                  <a:lnTo>
                    <a:pt x="1486043" y="2672824"/>
                  </a:lnTo>
                  <a:lnTo>
                    <a:pt x="1486040" y="2673975"/>
                  </a:lnTo>
                  <a:close/>
                </a:path>
                <a:path w="1490345" h="3369310">
                  <a:moveTo>
                    <a:pt x="531456" y="2672910"/>
                  </a:moveTo>
                  <a:lnTo>
                    <a:pt x="482294" y="2672910"/>
                  </a:lnTo>
                  <a:lnTo>
                    <a:pt x="517805" y="2672821"/>
                  </a:lnTo>
                  <a:lnTo>
                    <a:pt x="531456" y="2672910"/>
                  </a:lnTo>
                  <a:close/>
                </a:path>
                <a:path w="1490345" h="3369310">
                  <a:moveTo>
                    <a:pt x="447208" y="2687335"/>
                  </a:moveTo>
                  <a:lnTo>
                    <a:pt x="411715" y="2686832"/>
                  </a:lnTo>
                  <a:lnTo>
                    <a:pt x="340748" y="2684673"/>
                  </a:lnTo>
                  <a:lnTo>
                    <a:pt x="127352" y="2682454"/>
                  </a:lnTo>
                  <a:lnTo>
                    <a:pt x="1280070" y="2682454"/>
                  </a:lnTo>
                  <a:lnTo>
                    <a:pt x="1277735" y="2682498"/>
                  </a:lnTo>
                  <a:lnTo>
                    <a:pt x="1087127" y="2684071"/>
                  </a:lnTo>
                  <a:lnTo>
                    <a:pt x="1051699" y="2684748"/>
                  </a:lnTo>
                  <a:lnTo>
                    <a:pt x="1030379" y="2685383"/>
                  </a:lnTo>
                  <a:lnTo>
                    <a:pt x="826574" y="2685383"/>
                  </a:lnTo>
                  <a:lnTo>
                    <a:pt x="709946" y="2687129"/>
                  </a:lnTo>
                  <a:lnTo>
                    <a:pt x="518525" y="2687129"/>
                  </a:lnTo>
                  <a:lnTo>
                    <a:pt x="447208" y="2687335"/>
                  </a:lnTo>
                  <a:close/>
                </a:path>
                <a:path w="1490345" h="3369310">
                  <a:moveTo>
                    <a:pt x="945105" y="2686736"/>
                  </a:moveTo>
                  <a:lnTo>
                    <a:pt x="873928" y="2685705"/>
                  </a:lnTo>
                  <a:lnTo>
                    <a:pt x="826574" y="2685383"/>
                  </a:lnTo>
                  <a:lnTo>
                    <a:pt x="1030379" y="2685383"/>
                  </a:lnTo>
                  <a:lnTo>
                    <a:pt x="980656" y="2686649"/>
                  </a:lnTo>
                  <a:lnTo>
                    <a:pt x="945105" y="2686736"/>
                  </a:lnTo>
                  <a:close/>
                </a:path>
                <a:path w="1490345" h="3369310">
                  <a:moveTo>
                    <a:pt x="637189" y="2688019"/>
                  </a:moveTo>
                  <a:lnTo>
                    <a:pt x="554178" y="2687160"/>
                  </a:lnTo>
                  <a:lnTo>
                    <a:pt x="518525" y="2687129"/>
                  </a:lnTo>
                  <a:lnTo>
                    <a:pt x="709946" y="2687129"/>
                  </a:lnTo>
                  <a:lnTo>
                    <a:pt x="637189" y="2688019"/>
                  </a:lnTo>
                  <a:close/>
                </a:path>
                <a:path w="1490345" h="3369310">
                  <a:moveTo>
                    <a:pt x="56015" y="3050304"/>
                  </a:moveTo>
                  <a:lnTo>
                    <a:pt x="10994" y="3050007"/>
                  </a:lnTo>
                  <a:lnTo>
                    <a:pt x="11000" y="3035740"/>
                  </a:lnTo>
                  <a:lnTo>
                    <a:pt x="140729" y="3036245"/>
                  </a:lnTo>
                  <a:lnTo>
                    <a:pt x="220820" y="3037489"/>
                  </a:lnTo>
                  <a:lnTo>
                    <a:pt x="1490248" y="3042891"/>
                  </a:lnTo>
                  <a:lnTo>
                    <a:pt x="1490235" y="3050214"/>
                  </a:lnTo>
                  <a:lnTo>
                    <a:pt x="91834" y="3050214"/>
                  </a:lnTo>
                  <a:lnTo>
                    <a:pt x="56015" y="3050304"/>
                  </a:lnTo>
                  <a:close/>
                </a:path>
                <a:path w="1490345" h="3369310">
                  <a:moveTo>
                    <a:pt x="1490250" y="3041996"/>
                  </a:moveTo>
                  <a:lnTo>
                    <a:pt x="1053536" y="3041996"/>
                  </a:lnTo>
                  <a:lnTo>
                    <a:pt x="1089210" y="3041800"/>
                  </a:lnTo>
                  <a:lnTo>
                    <a:pt x="1160557" y="3040546"/>
                  </a:lnTo>
                  <a:lnTo>
                    <a:pt x="1490257" y="3038057"/>
                  </a:lnTo>
                  <a:lnTo>
                    <a:pt x="1490250" y="3041996"/>
                  </a:lnTo>
                  <a:close/>
                </a:path>
                <a:path w="1490345" h="3369310">
                  <a:moveTo>
                    <a:pt x="1490248" y="3042891"/>
                  </a:moveTo>
                  <a:lnTo>
                    <a:pt x="816233" y="3042891"/>
                  </a:lnTo>
                  <a:lnTo>
                    <a:pt x="863789" y="3042669"/>
                  </a:lnTo>
                  <a:lnTo>
                    <a:pt x="946910" y="3041167"/>
                  </a:lnTo>
                  <a:lnTo>
                    <a:pt x="1490250" y="3041996"/>
                  </a:lnTo>
                  <a:lnTo>
                    <a:pt x="1490248" y="3042891"/>
                  </a:lnTo>
                  <a:close/>
                </a:path>
                <a:path w="1490345" h="3369310">
                  <a:moveTo>
                    <a:pt x="828872" y="3057398"/>
                  </a:moveTo>
                  <a:lnTo>
                    <a:pt x="543877" y="3055742"/>
                  </a:lnTo>
                  <a:lnTo>
                    <a:pt x="353624" y="3052409"/>
                  </a:lnTo>
                  <a:lnTo>
                    <a:pt x="270401" y="3052063"/>
                  </a:lnTo>
                  <a:lnTo>
                    <a:pt x="127653" y="3050222"/>
                  </a:lnTo>
                  <a:lnTo>
                    <a:pt x="91834" y="3050214"/>
                  </a:lnTo>
                  <a:lnTo>
                    <a:pt x="1490235" y="3050214"/>
                  </a:lnTo>
                  <a:lnTo>
                    <a:pt x="1490231" y="3052324"/>
                  </a:lnTo>
                  <a:lnTo>
                    <a:pt x="983401" y="3055482"/>
                  </a:lnTo>
                  <a:lnTo>
                    <a:pt x="828872" y="3057398"/>
                  </a:lnTo>
                  <a:close/>
                </a:path>
                <a:path w="1490345" h="3369310">
                  <a:moveTo>
                    <a:pt x="1054658" y="3056084"/>
                  </a:moveTo>
                  <a:lnTo>
                    <a:pt x="983401" y="3055482"/>
                  </a:lnTo>
                  <a:lnTo>
                    <a:pt x="1107643" y="3055482"/>
                  </a:lnTo>
                  <a:lnTo>
                    <a:pt x="1054658" y="3056084"/>
                  </a:lnTo>
                  <a:close/>
                </a:path>
                <a:path w="1490345" h="3369310">
                  <a:moveTo>
                    <a:pt x="1479481" y="343951"/>
                  </a:moveTo>
                  <a:lnTo>
                    <a:pt x="1225952" y="343951"/>
                  </a:lnTo>
                  <a:lnTo>
                    <a:pt x="1261001" y="343840"/>
                  </a:lnTo>
                  <a:lnTo>
                    <a:pt x="1296046" y="343299"/>
                  </a:lnTo>
                  <a:lnTo>
                    <a:pt x="1331143" y="342295"/>
                  </a:lnTo>
                  <a:lnTo>
                    <a:pt x="1365935" y="341677"/>
                  </a:lnTo>
                  <a:lnTo>
                    <a:pt x="1470280" y="342811"/>
                  </a:lnTo>
                  <a:lnTo>
                    <a:pt x="1479482" y="342818"/>
                  </a:lnTo>
                  <a:lnTo>
                    <a:pt x="1479481" y="343951"/>
                  </a:lnTo>
                  <a:close/>
                </a:path>
                <a:path w="1490345" h="3369310">
                  <a:moveTo>
                    <a:pt x="1479477" y="347880"/>
                  </a:moveTo>
                  <a:lnTo>
                    <a:pt x="488753" y="347880"/>
                  </a:lnTo>
                  <a:lnTo>
                    <a:pt x="1046147" y="346395"/>
                  </a:lnTo>
                  <a:lnTo>
                    <a:pt x="1154654" y="343747"/>
                  </a:lnTo>
                  <a:lnTo>
                    <a:pt x="1190842" y="343663"/>
                  </a:lnTo>
                  <a:lnTo>
                    <a:pt x="1479481" y="343951"/>
                  </a:lnTo>
                  <a:lnTo>
                    <a:pt x="1479477" y="347880"/>
                  </a:lnTo>
                  <a:close/>
                </a:path>
                <a:path w="1490345" h="3369310">
                  <a:moveTo>
                    <a:pt x="248763" y="362353"/>
                  </a:moveTo>
                  <a:lnTo>
                    <a:pt x="200846" y="362233"/>
                  </a:lnTo>
                  <a:lnTo>
                    <a:pt x="0" y="359684"/>
                  </a:lnTo>
                  <a:lnTo>
                    <a:pt x="4" y="345418"/>
                  </a:lnTo>
                  <a:lnTo>
                    <a:pt x="171504" y="348076"/>
                  </a:lnTo>
                  <a:lnTo>
                    <a:pt x="1479477" y="348255"/>
                  </a:lnTo>
                  <a:lnTo>
                    <a:pt x="1479469" y="356315"/>
                  </a:lnTo>
                  <a:lnTo>
                    <a:pt x="1353383" y="356315"/>
                  </a:lnTo>
                  <a:lnTo>
                    <a:pt x="1289293" y="357744"/>
                  </a:lnTo>
                  <a:lnTo>
                    <a:pt x="1194008" y="357744"/>
                  </a:lnTo>
                  <a:lnTo>
                    <a:pt x="1153861" y="357847"/>
                  </a:lnTo>
                  <a:lnTo>
                    <a:pt x="1011786" y="360988"/>
                  </a:lnTo>
                  <a:lnTo>
                    <a:pt x="392426" y="361623"/>
                  </a:lnTo>
                  <a:lnTo>
                    <a:pt x="248763" y="362353"/>
                  </a:lnTo>
                  <a:close/>
                </a:path>
                <a:path w="1490345" h="3369310">
                  <a:moveTo>
                    <a:pt x="1479477" y="348255"/>
                  </a:moveTo>
                  <a:lnTo>
                    <a:pt x="211897" y="348255"/>
                  </a:lnTo>
                  <a:lnTo>
                    <a:pt x="333057" y="347773"/>
                  </a:lnTo>
                  <a:lnTo>
                    <a:pt x="1479477" y="347880"/>
                  </a:lnTo>
                  <a:lnTo>
                    <a:pt x="1479477" y="348255"/>
                  </a:lnTo>
                  <a:close/>
                </a:path>
                <a:path w="1490345" h="3369310">
                  <a:moveTo>
                    <a:pt x="1479468" y="357085"/>
                  </a:moveTo>
                  <a:lnTo>
                    <a:pt x="1353383" y="356315"/>
                  </a:lnTo>
                  <a:lnTo>
                    <a:pt x="1479469" y="356315"/>
                  </a:lnTo>
                  <a:lnTo>
                    <a:pt x="1479468" y="357085"/>
                  </a:lnTo>
                  <a:close/>
                </a:path>
                <a:path w="1490345" h="3369310">
                  <a:moveTo>
                    <a:pt x="1274240" y="358080"/>
                  </a:moveTo>
                  <a:lnTo>
                    <a:pt x="1194008" y="357744"/>
                  </a:lnTo>
                  <a:lnTo>
                    <a:pt x="1289293" y="357744"/>
                  </a:lnTo>
                  <a:lnTo>
                    <a:pt x="1274240" y="358080"/>
                  </a:lnTo>
                  <a:close/>
                </a:path>
                <a:path w="1490345" h="3369310">
                  <a:moveTo>
                    <a:pt x="678936" y="362237"/>
                  </a:moveTo>
                  <a:lnTo>
                    <a:pt x="392426" y="361623"/>
                  </a:lnTo>
                  <a:lnTo>
                    <a:pt x="918450" y="361623"/>
                  </a:lnTo>
                  <a:lnTo>
                    <a:pt x="678936" y="362237"/>
                  </a:lnTo>
                  <a:close/>
                </a:path>
                <a:path w="1490345" h="3369310">
                  <a:moveTo>
                    <a:pt x="1479480" y="2572"/>
                  </a:moveTo>
                  <a:lnTo>
                    <a:pt x="1152971" y="2572"/>
                  </a:lnTo>
                  <a:lnTo>
                    <a:pt x="1188339" y="2164"/>
                  </a:lnTo>
                  <a:lnTo>
                    <a:pt x="1235343" y="1104"/>
                  </a:lnTo>
                  <a:lnTo>
                    <a:pt x="1376280" y="0"/>
                  </a:lnTo>
                  <a:lnTo>
                    <a:pt x="1479482" y="43"/>
                  </a:lnTo>
                  <a:lnTo>
                    <a:pt x="1479480" y="2572"/>
                  </a:lnTo>
                  <a:close/>
                </a:path>
                <a:path w="1490345" h="3369310">
                  <a:moveTo>
                    <a:pt x="1479477" y="5415"/>
                  </a:moveTo>
                  <a:lnTo>
                    <a:pt x="835299" y="5415"/>
                  </a:lnTo>
                  <a:lnTo>
                    <a:pt x="870640" y="5204"/>
                  </a:lnTo>
                  <a:lnTo>
                    <a:pt x="941234" y="2986"/>
                  </a:lnTo>
                  <a:lnTo>
                    <a:pt x="1046883" y="1698"/>
                  </a:lnTo>
                  <a:lnTo>
                    <a:pt x="1082252" y="1749"/>
                  </a:lnTo>
                  <a:lnTo>
                    <a:pt x="1152971" y="2572"/>
                  </a:lnTo>
                  <a:lnTo>
                    <a:pt x="1479480" y="2572"/>
                  </a:lnTo>
                  <a:lnTo>
                    <a:pt x="1479477" y="5415"/>
                  </a:lnTo>
                  <a:close/>
                </a:path>
                <a:path w="1490345" h="3369310">
                  <a:moveTo>
                    <a:pt x="271146" y="20470"/>
                  </a:moveTo>
                  <a:lnTo>
                    <a:pt x="210270" y="20061"/>
                  </a:lnTo>
                  <a:lnTo>
                    <a:pt x="200563" y="19940"/>
                  </a:lnTo>
                  <a:lnTo>
                    <a:pt x="129804" y="18319"/>
                  </a:lnTo>
                  <a:lnTo>
                    <a:pt x="14271" y="17608"/>
                  </a:lnTo>
                  <a:lnTo>
                    <a:pt x="14275" y="3341"/>
                  </a:lnTo>
                  <a:lnTo>
                    <a:pt x="142746" y="4434"/>
                  </a:lnTo>
                  <a:lnTo>
                    <a:pt x="222052" y="6177"/>
                  </a:lnTo>
                  <a:lnTo>
                    <a:pt x="1479476" y="6288"/>
                  </a:lnTo>
                  <a:lnTo>
                    <a:pt x="1479469" y="13789"/>
                  </a:lnTo>
                  <a:lnTo>
                    <a:pt x="1351879" y="13789"/>
                  </a:lnTo>
                  <a:lnTo>
                    <a:pt x="1312404" y="13956"/>
                  </a:lnTo>
                  <a:lnTo>
                    <a:pt x="1207319" y="16240"/>
                  </a:lnTo>
                  <a:lnTo>
                    <a:pt x="1048013" y="16240"/>
                  </a:lnTo>
                  <a:lnTo>
                    <a:pt x="1012808" y="16320"/>
                  </a:lnTo>
                  <a:lnTo>
                    <a:pt x="896043" y="19066"/>
                  </a:lnTo>
                  <a:lnTo>
                    <a:pt x="730106" y="19066"/>
                  </a:lnTo>
                  <a:lnTo>
                    <a:pt x="400697" y="20061"/>
                  </a:lnTo>
                  <a:lnTo>
                    <a:pt x="271146" y="20470"/>
                  </a:lnTo>
                  <a:close/>
                </a:path>
                <a:path w="1490345" h="3369310">
                  <a:moveTo>
                    <a:pt x="1479476" y="6012"/>
                  </a:moveTo>
                  <a:lnTo>
                    <a:pt x="387795" y="6012"/>
                  </a:lnTo>
                  <a:lnTo>
                    <a:pt x="693976" y="4498"/>
                  </a:lnTo>
                  <a:lnTo>
                    <a:pt x="1479477" y="5415"/>
                  </a:lnTo>
                  <a:lnTo>
                    <a:pt x="1479476" y="6012"/>
                  </a:lnTo>
                  <a:close/>
                </a:path>
                <a:path w="1490345" h="3369310">
                  <a:moveTo>
                    <a:pt x="1479476" y="6288"/>
                  </a:moveTo>
                  <a:lnTo>
                    <a:pt x="261587" y="6288"/>
                  </a:lnTo>
                  <a:lnTo>
                    <a:pt x="340676" y="5975"/>
                  </a:lnTo>
                  <a:lnTo>
                    <a:pt x="1479476" y="6012"/>
                  </a:lnTo>
                  <a:lnTo>
                    <a:pt x="1479476" y="6288"/>
                  </a:lnTo>
                  <a:close/>
                </a:path>
                <a:path w="1490345" h="3369310">
                  <a:moveTo>
                    <a:pt x="1479468" y="14310"/>
                  </a:moveTo>
                  <a:lnTo>
                    <a:pt x="1351879" y="13789"/>
                  </a:lnTo>
                  <a:lnTo>
                    <a:pt x="1479469" y="13789"/>
                  </a:lnTo>
                  <a:lnTo>
                    <a:pt x="1479468" y="14310"/>
                  </a:lnTo>
                  <a:close/>
                </a:path>
                <a:path w="1490345" h="3369310">
                  <a:moveTo>
                    <a:pt x="1153591" y="17028"/>
                  </a:moveTo>
                  <a:lnTo>
                    <a:pt x="1048013" y="16240"/>
                  </a:lnTo>
                  <a:lnTo>
                    <a:pt x="1207319" y="16240"/>
                  </a:lnTo>
                  <a:lnTo>
                    <a:pt x="1193291" y="16568"/>
                  </a:lnTo>
                  <a:lnTo>
                    <a:pt x="1153591" y="17028"/>
                  </a:lnTo>
                  <a:close/>
                </a:path>
                <a:path w="1490345" h="3369310">
                  <a:moveTo>
                    <a:pt x="836088" y="20301"/>
                  </a:moveTo>
                  <a:lnTo>
                    <a:pt x="811661" y="20061"/>
                  </a:lnTo>
                  <a:lnTo>
                    <a:pt x="730106" y="19066"/>
                  </a:lnTo>
                  <a:lnTo>
                    <a:pt x="896043" y="19066"/>
                  </a:lnTo>
                  <a:lnTo>
                    <a:pt x="871401" y="19824"/>
                  </a:lnTo>
                  <a:lnTo>
                    <a:pt x="836088" y="20301"/>
                  </a:lnTo>
                  <a:close/>
                </a:path>
                <a:path w="1490345" h="3369310">
                  <a:moveTo>
                    <a:pt x="494924" y="20200"/>
                  </a:moveTo>
                  <a:lnTo>
                    <a:pt x="400697" y="20061"/>
                  </a:lnTo>
                  <a:lnTo>
                    <a:pt x="543071" y="20061"/>
                  </a:lnTo>
                  <a:lnTo>
                    <a:pt x="494924" y="20200"/>
                  </a:lnTo>
                  <a:close/>
                </a:path>
                <a:path w="1490345" h="3369310">
                  <a:moveTo>
                    <a:pt x="730026" y="3354396"/>
                  </a:moveTo>
                  <a:lnTo>
                    <a:pt x="137648" y="3354396"/>
                  </a:lnTo>
                  <a:lnTo>
                    <a:pt x="730030" y="3350721"/>
                  </a:lnTo>
                  <a:lnTo>
                    <a:pt x="730026" y="3354396"/>
                  </a:lnTo>
                  <a:close/>
                </a:path>
                <a:path w="1490345" h="3369310">
                  <a:moveTo>
                    <a:pt x="11875" y="3368874"/>
                  </a:moveTo>
                  <a:lnTo>
                    <a:pt x="11896" y="3354607"/>
                  </a:lnTo>
                  <a:lnTo>
                    <a:pt x="98791" y="3354371"/>
                  </a:lnTo>
                  <a:lnTo>
                    <a:pt x="730026" y="3354396"/>
                  </a:lnTo>
                  <a:lnTo>
                    <a:pt x="730013" y="3364988"/>
                  </a:lnTo>
                  <a:lnTo>
                    <a:pt x="351746" y="3365977"/>
                  </a:lnTo>
                  <a:lnTo>
                    <a:pt x="11875" y="3368874"/>
                  </a:lnTo>
                  <a:close/>
                </a:path>
              </a:pathLst>
            </a:custGeom>
            <a:solidFill>
              <a:srgbClr val="DD9A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376" y="1754194"/>
              <a:ext cx="17255579" cy="57863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080936" y="1957201"/>
              <a:ext cx="3443604" cy="2040889"/>
            </a:xfrm>
            <a:custGeom>
              <a:avLst/>
              <a:gdLst/>
              <a:ahLst/>
              <a:cxnLst/>
              <a:rect l="l" t="t" r="r" b="b"/>
              <a:pathLst>
                <a:path w="3443605" h="2040889">
                  <a:moveTo>
                    <a:pt x="259741" y="45836"/>
                  </a:moveTo>
                  <a:lnTo>
                    <a:pt x="252090" y="40192"/>
                  </a:lnTo>
                  <a:lnTo>
                    <a:pt x="247358" y="32303"/>
                  </a:lnTo>
                  <a:lnTo>
                    <a:pt x="245921" y="23204"/>
                  </a:lnTo>
                  <a:lnTo>
                    <a:pt x="248154" y="13928"/>
                  </a:lnTo>
                  <a:lnTo>
                    <a:pt x="253806" y="6239"/>
                  </a:lnTo>
                  <a:lnTo>
                    <a:pt x="261689" y="1469"/>
                  </a:lnTo>
                  <a:lnTo>
                    <a:pt x="270770" y="0"/>
                  </a:lnTo>
                  <a:lnTo>
                    <a:pt x="280017" y="2209"/>
                  </a:lnTo>
                  <a:lnTo>
                    <a:pt x="287669" y="7854"/>
                  </a:lnTo>
                  <a:lnTo>
                    <a:pt x="292404" y="15745"/>
                  </a:lnTo>
                  <a:lnTo>
                    <a:pt x="293843" y="24847"/>
                  </a:lnTo>
                  <a:lnTo>
                    <a:pt x="291611" y="34125"/>
                  </a:lnTo>
                  <a:lnTo>
                    <a:pt x="285959" y="41812"/>
                  </a:lnTo>
                  <a:lnTo>
                    <a:pt x="278073" y="46578"/>
                  </a:lnTo>
                  <a:lnTo>
                    <a:pt x="268989" y="48046"/>
                  </a:lnTo>
                  <a:lnTo>
                    <a:pt x="259741" y="45836"/>
                  </a:lnTo>
                  <a:close/>
                </a:path>
                <a:path w="3443605" h="2040889">
                  <a:moveTo>
                    <a:pt x="546581" y="179149"/>
                  </a:moveTo>
                  <a:lnTo>
                    <a:pt x="538930" y="173505"/>
                  </a:lnTo>
                  <a:lnTo>
                    <a:pt x="534199" y="165616"/>
                  </a:lnTo>
                  <a:lnTo>
                    <a:pt x="532762" y="156517"/>
                  </a:lnTo>
                  <a:lnTo>
                    <a:pt x="534994" y="147241"/>
                  </a:lnTo>
                  <a:lnTo>
                    <a:pt x="540646" y="139552"/>
                  </a:lnTo>
                  <a:lnTo>
                    <a:pt x="548529" y="134783"/>
                  </a:lnTo>
                  <a:lnTo>
                    <a:pt x="557610" y="133313"/>
                  </a:lnTo>
                  <a:lnTo>
                    <a:pt x="566857" y="135523"/>
                  </a:lnTo>
                  <a:lnTo>
                    <a:pt x="574508" y="141167"/>
                  </a:lnTo>
                  <a:lnTo>
                    <a:pt x="579239" y="149056"/>
                  </a:lnTo>
                  <a:lnTo>
                    <a:pt x="580676" y="158156"/>
                  </a:lnTo>
                  <a:lnTo>
                    <a:pt x="578442" y="167434"/>
                  </a:lnTo>
                  <a:lnTo>
                    <a:pt x="572791" y="175121"/>
                  </a:lnTo>
                  <a:lnTo>
                    <a:pt x="564909" y="179889"/>
                  </a:lnTo>
                  <a:lnTo>
                    <a:pt x="555828" y="181359"/>
                  </a:lnTo>
                  <a:lnTo>
                    <a:pt x="546581" y="179149"/>
                  </a:lnTo>
                  <a:close/>
                </a:path>
                <a:path w="3443605" h="2040889">
                  <a:moveTo>
                    <a:pt x="833412" y="312458"/>
                  </a:moveTo>
                  <a:lnTo>
                    <a:pt x="825761" y="306814"/>
                  </a:lnTo>
                  <a:lnTo>
                    <a:pt x="821029" y="298925"/>
                  </a:lnTo>
                  <a:lnTo>
                    <a:pt x="819593" y="289826"/>
                  </a:lnTo>
                  <a:lnTo>
                    <a:pt x="821825" y="280550"/>
                  </a:lnTo>
                  <a:lnTo>
                    <a:pt x="827477" y="272861"/>
                  </a:lnTo>
                  <a:lnTo>
                    <a:pt x="835360" y="268092"/>
                  </a:lnTo>
                  <a:lnTo>
                    <a:pt x="844441" y="266622"/>
                  </a:lnTo>
                  <a:lnTo>
                    <a:pt x="853688" y="268832"/>
                  </a:lnTo>
                  <a:lnTo>
                    <a:pt x="861340" y="274476"/>
                  </a:lnTo>
                  <a:lnTo>
                    <a:pt x="866075" y="282367"/>
                  </a:lnTo>
                  <a:lnTo>
                    <a:pt x="867514" y="291469"/>
                  </a:lnTo>
                  <a:lnTo>
                    <a:pt x="865283" y="300748"/>
                  </a:lnTo>
                  <a:lnTo>
                    <a:pt x="859630" y="308434"/>
                  </a:lnTo>
                  <a:lnTo>
                    <a:pt x="851745" y="313201"/>
                  </a:lnTo>
                  <a:lnTo>
                    <a:pt x="842661" y="314668"/>
                  </a:lnTo>
                  <a:lnTo>
                    <a:pt x="833412" y="312458"/>
                  </a:lnTo>
                  <a:close/>
                </a:path>
                <a:path w="3443605" h="2040889">
                  <a:moveTo>
                    <a:pt x="1120251" y="445770"/>
                  </a:moveTo>
                  <a:lnTo>
                    <a:pt x="1112600" y="440127"/>
                  </a:lnTo>
                  <a:lnTo>
                    <a:pt x="1107868" y="432238"/>
                  </a:lnTo>
                  <a:lnTo>
                    <a:pt x="1106432" y="423139"/>
                  </a:lnTo>
                  <a:lnTo>
                    <a:pt x="1108664" y="413863"/>
                  </a:lnTo>
                  <a:lnTo>
                    <a:pt x="1114316" y="406174"/>
                  </a:lnTo>
                  <a:lnTo>
                    <a:pt x="1122199" y="401404"/>
                  </a:lnTo>
                  <a:lnTo>
                    <a:pt x="1131280" y="399934"/>
                  </a:lnTo>
                  <a:lnTo>
                    <a:pt x="1140527" y="402144"/>
                  </a:lnTo>
                  <a:lnTo>
                    <a:pt x="1148178" y="407788"/>
                  </a:lnTo>
                  <a:lnTo>
                    <a:pt x="1152909" y="415677"/>
                  </a:lnTo>
                  <a:lnTo>
                    <a:pt x="1154346" y="424778"/>
                  </a:lnTo>
                  <a:lnTo>
                    <a:pt x="1152112" y="434056"/>
                  </a:lnTo>
                  <a:lnTo>
                    <a:pt x="1146461" y="441743"/>
                  </a:lnTo>
                  <a:lnTo>
                    <a:pt x="1138579" y="446511"/>
                  </a:lnTo>
                  <a:lnTo>
                    <a:pt x="1129498" y="447980"/>
                  </a:lnTo>
                  <a:lnTo>
                    <a:pt x="1120251" y="445770"/>
                  </a:lnTo>
                  <a:close/>
                </a:path>
                <a:path w="3443605" h="2040889">
                  <a:moveTo>
                    <a:pt x="1407082" y="579079"/>
                  </a:moveTo>
                  <a:lnTo>
                    <a:pt x="1399431" y="573436"/>
                  </a:lnTo>
                  <a:lnTo>
                    <a:pt x="1394699" y="565547"/>
                  </a:lnTo>
                  <a:lnTo>
                    <a:pt x="1393263" y="556447"/>
                  </a:lnTo>
                  <a:lnTo>
                    <a:pt x="1395495" y="547172"/>
                  </a:lnTo>
                  <a:lnTo>
                    <a:pt x="1401147" y="539483"/>
                  </a:lnTo>
                  <a:lnTo>
                    <a:pt x="1409030" y="534713"/>
                  </a:lnTo>
                  <a:lnTo>
                    <a:pt x="1418111" y="533243"/>
                  </a:lnTo>
                  <a:lnTo>
                    <a:pt x="1427358" y="535453"/>
                  </a:lnTo>
                  <a:lnTo>
                    <a:pt x="1435011" y="541098"/>
                  </a:lnTo>
                  <a:lnTo>
                    <a:pt x="1439745" y="548988"/>
                  </a:lnTo>
                  <a:lnTo>
                    <a:pt x="1441184" y="558090"/>
                  </a:lnTo>
                  <a:lnTo>
                    <a:pt x="1438953" y="567369"/>
                  </a:lnTo>
                  <a:lnTo>
                    <a:pt x="1433300" y="575055"/>
                  </a:lnTo>
                  <a:lnTo>
                    <a:pt x="1425415" y="579822"/>
                  </a:lnTo>
                  <a:lnTo>
                    <a:pt x="1416331" y="581290"/>
                  </a:lnTo>
                  <a:lnTo>
                    <a:pt x="1407082" y="579079"/>
                  </a:lnTo>
                  <a:close/>
                </a:path>
                <a:path w="3443605" h="2040889">
                  <a:moveTo>
                    <a:pt x="1693922" y="712393"/>
                  </a:moveTo>
                  <a:lnTo>
                    <a:pt x="1686271" y="706749"/>
                  </a:lnTo>
                  <a:lnTo>
                    <a:pt x="1681540" y="698860"/>
                  </a:lnTo>
                  <a:lnTo>
                    <a:pt x="1680103" y="689761"/>
                  </a:lnTo>
                  <a:lnTo>
                    <a:pt x="1682335" y="680485"/>
                  </a:lnTo>
                  <a:lnTo>
                    <a:pt x="1687988" y="672796"/>
                  </a:lnTo>
                  <a:lnTo>
                    <a:pt x="1695870" y="668026"/>
                  </a:lnTo>
                  <a:lnTo>
                    <a:pt x="1704951" y="666557"/>
                  </a:lnTo>
                  <a:lnTo>
                    <a:pt x="1714198" y="668767"/>
                  </a:lnTo>
                  <a:lnTo>
                    <a:pt x="1721849" y="674410"/>
                  </a:lnTo>
                  <a:lnTo>
                    <a:pt x="1726581" y="682299"/>
                  </a:lnTo>
                  <a:lnTo>
                    <a:pt x="1728017" y="691400"/>
                  </a:lnTo>
                  <a:lnTo>
                    <a:pt x="1725783" y="700678"/>
                  </a:lnTo>
                  <a:lnTo>
                    <a:pt x="1720132" y="708365"/>
                  </a:lnTo>
                  <a:lnTo>
                    <a:pt x="1712250" y="713133"/>
                  </a:lnTo>
                  <a:lnTo>
                    <a:pt x="1703169" y="714603"/>
                  </a:lnTo>
                  <a:lnTo>
                    <a:pt x="1693922" y="712393"/>
                  </a:lnTo>
                  <a:close/>
                </a:path>
                <a:path w="3443605" h="2040889">
                  <a:moveTo>
                    <a:pt x="1980752" y="845701"/>
                  </a:moveTo>
                  <a:lnTo>
                    <a:pt x="1973101" y="840057"/>
                  </a:lnTo>
                  <a:lnTo>
                    <a:pt x="1968370" y="832169"/>
                  </a:lnTo>
                  <a:lnTo>
                    <a:pt x="1966933" y="823069"/>
                  </a:lnTo>
                  <a:lnTo>
                    <a:pt x="1969165" y="813793"/>
                  </a:lnTo>
                  <a:lnTo>
                    <a:pt x="1974817" y="806104"/>
                  </a:lnTo>
                  <a:lnTo>
                    <a:pt x="1982700" y="801335"/>
                  </a:lnTo>
                  <a:lnTo>
                    <a:pt x="1991781" y="799865"/>
                  </a:lnTo>
                  <a:lnTo>
                    <a:pt x="2001028" y="802075"/>
                  </a:lnTo>
                  <a:lnTo>
                    <a:pt x="2008681" y="807719"/>
                  </a:lnTo>
                  <a:lnTo>
                    <a:pt x="2013415" y="815610"/>
                  </a:lnTo>
                  <a:lnTo>
                    <a:pt x="2014854" y="824712"/>
                  </a:lnTo>
                  <a:lnTo>
                    <a:pt x="2012622" y="833991"/>
                  </a:lnTo>
                  <a:lnTo>
                    <a:pt x="2006970" y="841677"/>
                  </a:lnTo>
                  <a:lnTo>
                    <a:pt x="1999085" y="846444"/>
                  </a:lnTo>
                  <a:lnTo>
                    <a:pt x="1990001" y="847912"/>
                  </a:lnTo>
                  <a:lnTo>
                    <a:pt x="1980752" y="845701"/>
                  </a:lnTo>
                  <a:close/>
                </a:path>
                <a:path w="3443605" h="2040889">
                  <a:moveTo>
                    <a:pt x="2267592" y="979014"/>
                  </a:moveTo>
                  <a:lnTo>
                    <a:pt x="2259941" y="973370"/>
                  </a:lnTo>
                  <a:lnTo>
                    <a:pt x="2255210" y="965482"/>
                  </a:lnTo>
                  <a:lnTo>
                    <a:pt x="2253773" y="956382"/>
                  </a:lnTo>
                  <a:lnTo>
                    <a:pt x="2256005" y="947107"/>
                  </a:lnTo>
                  <a:lnTo>
                    <a:pt x="2261657" y="939417"/>
                  </a:lnTo>
                  <a:lnTo>
                    <a:pt x="2269540" y="934648"/>
                  </a:lnTo>
                  <a:lnTo>
                    <a:pt x="2278621" y="933178"/>
                  </a:lnTo>
                  <a:lnTo>
                    <a:pt x="2287868" y="935388"/>
                  </a:lnTo>
                  <a:lnTo>
                    <a:pt x="2295519" y="941032"/>
                  </a:lnTo>
                  <a:lnTo>
                    <a:pt x="2300250" y="948921"/>
                  </a:lnTo>
                  <a:lnTo>
                    <a:pt x="2301687" y="958022"/>
                  </a:lnTo>
                  <a:lnTo>
                    <a:pt x="2299453" y="967300"/>
                  </a:lnTo>
                  <a:lnTo>
                    <a:pt x="2293802" y="974986"/>
                  </a:lnTo>
                  <a:lnTo>
                    <a:pt x="2285920" y="979755"/>
                  </a:lnTo>
                  <a:lnTo>
                    <a:pt x="2276839" y="981224"/>
                  </a:lnTo>
                  <a:lnTo>
                    <a:pt x="2267592" y="979014"/>
                  </a:lnTo>
                  <a:close/>
                </a:path>
                <a:path w="3443605" h="2040889">
                  <a:moveTo>
                    <a:pt x="2554431" y="1112327"/>
                  </a:moveTo>
                  <a:lnTo>
                    <a:pt x="2546779" y="1106683"/>
                  </a:lnTo>
                  <a:lnTo>
                    <a:pt x="2542045" y="1098793"/>
                  </a:lnTo>
                  <a:lnTo>
                    <a:pt x="2540605" y="1089692"/>
                  </a:lnTo>
                  <a:lnTo>
                    <a:pt x="2542836" y="1080415"/>
                  </a:lnTo>
                  <a:lnTo>
                    <a:pt x="2548490" y="1072727"/>
                  </a:lnTo>
                  <a:lnTo>
                    <a:pt x="2556375" y="1067959"/>
                  </a:lnTo>
                  <a:lnTo>
                    <a:pt x="2565459" y="1066490"/>
                  </a:lnTo>
                  <a:lnTo>
                    <a:pt x="2574707" y="1068701"/>
                  </a:lnTo>
                  <a:lnTo>
                    <a:pt x="2582358" y="1074345"/>
                  </a:lnTo>
                  <a:lnTo>
                    <a:pt x="2587089" y="1082234"/>
                  </a:lnTo>
                  <a:lnTo>
                    <a:pt x="2588526" y="1091334"/>
                  </a:lnTo>
                  <a:lnTo>
                    <a:pt x="2586292" y="1100612"/>
                  </a:lnTo>
                  <a:lnTo>
                    <a:pt x="2580641" y="1108299"/>
                  </a:lnTo>
                  <a:lnTo>
                    <a:pt x="2572759" y="1113068"/>
                  </a:lnTo>
                  <a:lnTo>
                    <a:pt x="2563678" y="1114537"/>
                  </a:lnTo>
                  <a:lnTo>
                    <a:pt x="2554431" y="1112327"/>
                  </a:lnTo>
                  <a:close/>
                </a:path>
                <a:path w="3443605" h="2040889">
                  <a:moveTo>
                    <a:pt x="423619" y="443718"/>
                  </a:moveTo>
                  <a:lnTo>
                    <a:pt x="415968" y="438074"/>
                  </a:lnTo>
                  <a:lnTo>
                    <a:pt x="411236" y="430185"/>
                  </a:lnTo>
                  <a:lnTo>
                    <a:pt x="409800" y="421084"/>
                  </a:lnTo>
                  <a:lnTo>
                    <a:pt x="412034" y="411806"/>
                  </a:lnTo>
                  <a:lnTo>
                    <a:pt x="417685" y="404119"/>
                  </a:lnTo>
                  <a:lnTo>
                    <a:pt x="425567" y="399351"/>
                  </a:lnTo>
                  <a:lnTo>
                    <a:pt x="434648" y="397882"/>
                  </a:lnTo>
                  <a:lnTo>
                    <a:pt x="443895" y="400092"/>
                  </a:lnTo>
                  <a:lnTo>
                    <a:pt x="451546" y="405735"/>
                  </a:lnTo>
                  <a:lnTo>
                    <a:pt x="456277" y="413624"/>
                  </a:lnTo>
                  <a:lnTo>
                    <a:pt x="457714" y="422723"/>
                  </a:lnTo>
                  <a:lnTo>
                    <a:pt x="455482" y="431999"/>
                  </a:lnTo>
                  <a:lnTo>
                    <a:pt x="449830" y="439688"/>
                  </a:lnTo>
                  <a:lnTo>
                    <a:pt x="441947" y="444458"/>
                  </a:lnTo>
                  <a:lnTo>
                    <a:pt x="432866" y="445928"/>
                  </a:lnTo>
                  <a:lnTo>
                    <a:pt x="423619" y="443718"/>
                  </a:lnTo>
                  <a:close/>
                </a:path>
                <a:path w="3443605" h="2040889">
                  <a:moveTo>
                    <a:pt x="710450" y="577027"/>
                  </a:moveTo>
                  <a:lnTo>
                    <a:pt x="702799" y="571383"/>
                  </a:lnTo>
                  <a:lnTo>
                    <a:pt x="698067" y="563494"/>
                  </a:lnTo>
                  <a:lnTo>
                    <a:pt x="696631" y="554393"/>
                  </a:lnTo>
                  <a:lnTo>
                    <a:pt x="698865" y="545115"/>
                  </a:lnTo>
                  <a:lnTo>
                    <a:pt x="704516" y="537428"/>
                  </a:lnTo>
                  <a:lnTo>
                    <a:pt x="712398" y="532660"/>
                  </a:lnTo>
                  <a:lnTo>
                    <a:pt x="721479" y="531190"/>
                  </a:lnTo>
                  <a:lnTo>
                    <a:pt x="730726" y="533400"/>
                  </a:lnTo>
                  <a:lnTo>
                    <a:pt x="738378" y="539045"/>
                  </a:lnTo>
                  <a:lnTo>
                    <a:pt x="743113" y="546935"/>
                  </a:lnTo>
                  <a:lnTo>
                    <a:pt x="744553" y="556036"/>
                  </a:lnTo>
                  <a:lnTo>
                    <a:pt x="742322" y="565312"/>
                  </a:lnTo>
                  <a:lnTo>
                    <a:pt x="736668" y="573001"/>
                  </a:lnTo>
                  <a:lnTo>
                    <a:pt x="728783" y="577769"/>
                  </a:lnTo>
                  <a:lnTo>
                    <a:pt x="719698" y="579237"/>
                  </a:lnTo>
                  <a:lnTo>
                    <a:pt x="710450" y="577027"/>
                  </a:lnTo>
                  <a:close/>
                </a:path>
                <a:path w="3443605" h="2040889">
                  <a:moveTo>
                    <a:pt x="997289" y="710339"/>
                  </a:moveTo>
                  <a:lnTo>
                    <a:pt x="989638" y="704695"/>
                  </a:lnTo>
                  <a:lnTo>
                    <a:pt x="984906" y="696806"/>
                  </a:lnTo>
                  <a:lnTo>
                    <a:pt x="983470" y="687706"/>
                  </a:lnTo>
                  <a:lnTo>
                    <a:pt x="985704" y="678428"/>
                  </a:lnTo>
                  <a:lnTo>
                    <a:pt x="991355" y="670741"/>
                  </a:lnTo>
                  <a:lnTo>
                    <a:pt x="999237" y="665972"/>
                  </a:lnTo>
                  <a:lnTo>
                    <a:pt x="1008318" y="664503"/>
                  </a:lnTo>
                  <a:lnTo>
                    <a:pt x="1017565" y="666713"/>
                  </a:lnTo>
                  <a:lnTo>
                    <a:pt x="1025216" y="672357"/>
                  </a:lnTo>
                  <a:lnTo>
                    <a:pt x="1029947" y="680246"/>
                  </a:lnTo>
                  <a:lnTo>
                    <a:pt x="1031384" y="689345"/>
                  </a:lnTo>
                  <a:lnTo>
                    <a:pt x="1029152" y="698621"/>
                  </a:lnTo>
                  <a:lnTo>
                    <a:pt x="1023499" y="706310"/>
                  </a:lnTo>
                  <a:lnTo>
                    <a:pt x="1015617" y="711079"/>
                  </a:lnTo>
                  <a:lnTo>
                    <a:pt x="1006536" y="712549"/>
                  </a:lnTo>
                  <a:lnTo>
                    <a:pt x="997289" y="710339"/>
                  </a:lnTo>
                  <a:close/>
                </a:path>
                <a:path w="3443605" h="2040889">
                  <a:moveTo>
                    <a:pt x="1284120" y="843648"/>
                  </a:moveTo>
                  <a:lnTo>
                    <a:pt x="1276469" y="838004"/>
                  </a:lnTo>
                  <a:lnTo>
                    <a:pt x="1271737" y="830115"/>
                  </a:lnTo>
                  <a:lnTo>
                    <a:pt x="1270301" y="821015"/>
                  </a:lnTo>
                  <a:lnTo>
                    <a:pt x="1272534" y="811736"/>
                  </a:lnTo>
                  <a:lnTo>
                    <a:pt x="1278186" y="804050"/>
                  </a:lnTo>
                  <a:lnTo>
                    <a:pt x="1286068" y="799281"/>
                  </a:lnTo>
                  <a:lnTo>
                    <a:pt x="1295148" y="797812"/>
                  </a:lnTo>
                  <a:lnTo>
                    <a:pt x="1304396" y="800022"/>
                  </a:lnTo>
                  <a:lnTo>
                    <a:pt x="1312048" y="805666"/>
                  </a:lnTo>
                  <a:lnTo>
                    <a:pt x="1316783" y="813557"/>
                  </a:lnTo>
                  <a:lnTo>
                    <a:pt x="1318223" y="822658"/>
                  </a:lnTo>
                  <a:lnTo>
                    <a:pt x="1315992" y="831934"/>
                  </a:lnTo>
                  <a:lnTo>
                    <a:pt x="1310338" y="839622"/>
                  </a:lnTo>
                  <a:lnTo>
                    <a:pt x="1302452" y="844390"/>
                  </a:lnTo>
                  <a:lnTo>
                    <a:pt x="1293368" y="845859"/>
                  </a:lnTo>
                  <a:lnTo>
                    <a:pt x="1284120" y="843648"/>
                  </a:lnTo>
                  <a:close/>
                </a:path>
                <a:path w="3443605" h="2040889">
                  <a:moveTo>
                    <a:pt x="1570960" y="976961"/>
                  </a:moveTo>
                  <a:lnTo>
                    <a:pt x="1563309" y="971318"/>
                  </a:lnTo>
                  <a:lnTo>
                    <a:pt x="1558578" y="963428"/>
                  </a:lnTo>
                  <a:lnTo>
                    <a:pt x="1557141" y="954328"/>
                  </a:lnTo>
                  <a:lnTo>
                    <a:pt x="1559375" y="945050"/>
                  </a:lnTo>
                  <a:lnTo>
                    <a:pt x="1565026" y="937363"/>
                  </a:lnTo>
                  <a:lnTo>
                    <a:pt x="1572908" y="932595"/>
                  </a:lnTo>
                  <a:lnTo>
                    <a:pt x="1581989" y="931125"/>
                  </a:lnTo>
                  <a:lnTo>
                    <a:pt x="1591236" y="933335"/>
                  </a:lnTo>
                  <a:lnTo>
                    <a:pt x="1598887" y="938979"/>
                  </a:lnTo>
                  <a:lnTo>
                    <a:pt x="1603619" y="946868"/>
                  </a:lnTo>
                  <a:lnTo>
                    <a:pt x="1605055" y="955967"/>
                  </a:lnTo>
                  <a:lnTo>
                    <a:pt x="1602823" y="965243"/>
                  </a:lnTo>
                  <a:lnTo>
                    <a:pt x="1597171" y="972932"/>
                  </a:lnTo>
                  <a:lnTo>
                    <a:pt x="1589288" y="977702"/>
                  </a:lnTo>
                  <a:lnTo>
                    <a:pt x="1580207" y="979171"/>
                  </a:lnTo>
                  <a:lnTo>
                    <a:pt x="1570960" y="976961"/>
                  </a:lnTo>
                  <a:close/>
                </a:path>
                <a:path w="3443605" h="2040889">
                  <a:moveTo>
                    <a:pt x="1857790" y="1110270"/>
                  </a:moveTo>
                  <a:lnTo>
                    <a:pt x="1850139" y="1104626"/>
                  </a:lnTo>
                  <a:lnTo>
                    <a:pt x="1845407" y="1096737"/>
                  </a:lnTo>
                  <a:lnTo>
                    <a:pt x="1843971" y="1087636"/>
                  </a:lnTo>
                  <a:lnTo>
                    <a:pt x="1846205" y="1078358"/>
                  </a:lnTo>
                  <a:lnTo>
                    <a:pt x="1851856" y="1070671"/>
                  </a:lnTo>
                  <a:lnTo>
                    <a:pt x="1859738" y="1065903"/>
                  </a:lnTo>
                  <a:lnTo>
                    <a:pt x="1868819" y="1064434"/>
                  </a:lnTo>
                  <a:lnTo>
                    <a:pt x="1878066" y="1066644"/>
                  </a:lnTo>
                  <a:lnTo>
                    <a:pt x="1885718" y="1072288"/>
                  </a:lnTo>
                  <a:lnTo>
                    <a:pt x="1890453" y="1080178"/>
                  </a:lnTo>
                  <a:lnTo>
                    <a:pt x="1891893" y="1089279"/>
                  </a:lnTo>
                  <a:lnTo>
                    <a:pt x="1889662" y="1098556"/>
                  </a:lnTo>
                  <a:lnTo>
                    <a:pt x="1884008" y="1106244"/>
                  </a:lnTo>
                  <a:lnTo>
                    <a:pt x="1876123" y="1111012"/>
                  </a:lnTo>
                  <a:lnTo>
                    <a:pt x="1867038" y="1112480"/>
                  </a:lnTo>
                  <a:lnTo>
                    <a:pt x="1857790" y="1110270"/>
                  </a:lnTo>
                  <a:close/>
                </a:path>
                <a:path w="3443605" h="2040889">
                  <a:moveTo>
                    <a:pt x="2144630" y="1243583"/>
                  </a:moveTo>
                  <a:lnTo>
                    <a:pt x="2136979" y="1237939"/>
                  </a:lnTo>
                  <a:lnTo>
                    <a:pt x="2132248" y="1230050"/>
                  </a:lnTo>
                  <a:lnTo>
                    <a:pt x="2130811" y="1220949"/>
                  </a:lnTo>
                  <a:lnTo>
                    <a:pt x="2133045" y="1211671"/>
                  </a:lnTo>
                  <a:lnTo>
                    <a:pt x="2138696" y="1203985"/>
                  </a:lnTo>
                  <a:lnTo>
                    <a:pt x="2146578" y="1199216"/>
                  </a:lnTo>
                  <a:lnTo>
                    <a:pt x="2155659" y="1197747"/>
                  </a:lnTo>
                  <a:lnTo>
                    <a:pt x="2164906" y="1199957"/>
                  </a:lnTo>
                  <a:lnTo>
                    <a:pt x="2172557" y="1205601"/>
                  </a:lnTo>
                  <a:lnTo>
                    <a:pt x="2177288" y="1213489"/>
                  </a:lnTo>
                  <a:lnTo>
                    <a:pt x="2178725" y="1222589"/>
                  </a:lnTo>
                  <a:lnTo>
                    <a:pt x="2176493" y="1231865"/>
                  </a:lnTo>
                  <a:lnTo>
                    <a:pt x="2170841" y="1239554"/>
                  </a:lnTo>
                  <a:lnTo>
                    <a:pt x="2162958" y="1244323"/>
                  </a:lnTo>
                  <a:lnTo>
                    <a:pt x="2153877" y="1245793"/>
                  </a:lnTo>
                  <a:lnTo>
                    <a:pt x="2144630" y="1243583"/>
                  </a:lnTo>
                  <a:close/>
                </a:path>
                <a:path w="3443605" h="2040889">
                  <a:moveTo>
                    <a:pt x="2431469" y="1376896"/>
                  </a:moveTo>
                  <a:lnTo>
                    <a:pt x="2423817" y="1371251"/>
                  </a:lnTo>
                  <a:lnTo>
                    <a:pt x="2419083" y="1363361"/>
                  </a:lnTo>
                  <a:lnTo>
                    <a:pt x="2417644" y="1354259"/>
                  </a:lnTo>
                  <a:lnTo>
                    <a:pt x="2419876" y="1344980"/>
                  </a:lnTo>
                  <a:lnTo>
                    <a:pt x="2425528" y="1337294"/>
                  </a:lnTo>
                  <a:lnTo>
                    <a:pt x="2433413" y="1332527"/>
                  </a:lnTo>
                  <a:lnTo>
                    <a:pt x="2442496" y="1331059"/>
                  </a:lnTo>
                  <a:lnTo>
                    <a:pt x="2451745" y="1333270"/>
                  </a:lnTo>
                  <a:lnTo>
                    <a:pt x="2459396" y="1338913"/>
                  </a:lnTo>
                  <a:lnTo>
                    <a:pt x="2464127" y="1346802"/>
                  </a:lnTo>
                  <a:lnTo>
                    <a:pt x="2465564" y="1355901"/>
                  </a:lnTo>
                  <a:lnTo>
                    <a:pt x="2463332" y="1365177"/>
                  </a:lnTo>
                  <a:lnTo>
                    <a:pt x="2457680" y="1372866"/>
                  </a:lnTo>
                  <a:lnTo>
                    <a:pt x="2449797" y="1377636"/>
                  </a:lnTo>
                  <a:lnTo>
                    <a:pt x="2440716" y="1379106"/>
                  </a:lnTo>
                  <a:lnTo>
                    <a:pt x="2431469" y="1376896"/>
                  </a:lnTo>
                  <a:close/>
                </a:path>
                <a:path w="3443605" h="2040889">
                  <a:moveTo>
                    <a:pt x="13818" y="574969"/>
                  </a:moveTo>
                  <a:lnTo>
                    <a:pt x="6167" y="569325"/>
                  </a:lnTo>
                  <a:lnTo>
                    <a:pt x="1436" y="561436"/>
                  </a:lnTo>
                  <a:lnTo>
                    <a:pt x="0" y="552336"/>
                  </a:lnTo>
                  <a:lnTo>
                    <a:pt x="2233" y="543057"/>
                  </a:lnTo>
                  <a:lnTo>
                    <a:pt x="7884" y="535371"/>
                  </a:lnTo>
                  <a:lnTo>
                    <a:pt x="15766" y="530602"/>
                  </a:lnTo>
                  <a:lnTo>
                    <a:pt x="24847" y="529133"/>
                  </a:lnTo>
                  <a:lnTo>
                    <a:pt x="34094" y="531343"/>
                  </a:lnTo>
                  <a:lnTo>
                    <a:pt x="41747" y="536988"/>
                  </a:lnTo>
                  <a:lnTo>
                    <a:pt x="46481" y="544878"/>
                  </a:lnTo>
                  <a:lnTo>
                    <a:pt x="47921" y="553979"/>
                  </a:lnTo>
                  <a:lnTo>
                    <a:pt x="45691" y="563255"/>
                  </a:lnTo>
                  <a:lnTo>
                    <a:pt x="40037" y="570943"/>
                  </a:lnTo>
                  <a:lnTo>
                    <a:pt x="32151" y="575711"/>
                  </a:lnTo>
                  <a:lnTo>
                    <a:pt x="23067" y="577180"/>
                  </a:lnTo>
                  <a:lnTo>
                    <a:pt x="13818" y="574969"/>
                  </a:lnTo>
                  <a:close/>
                </a:path>
                <a:path w="3443605" h="2040889">
                  <a:moveTo>
                    <a:pt x="300659" y="708282"/>
                  </a:moveTo>
                  <a:lnTo>
                    <a:pt x="293007" y="702639"/>
                  </a:lnTo>
                  <a:lnTo>
                    <a:pt x="288276" y="694749"/>
                  </a:lnTo>
                  <a:lnTo>
                    <a:pt x="286840" y="685649"/>
                  </a:lnTo>
                  <a:lnTo>
                    <a:pt x="289073" y="676371"/>
                  </a:lnTo>
                  <a:lnTo>
                    <a:pt x="294724" y="668684"/>
                  </a:lnTo>
                  <a:lnTo>
                    <a:pt x="302607" y="663916"/>
                  </a:lnTo>
                  <a:lnTo>
                    <a:pt x="311687" y="662446"/>
                  </a:lnTo>
                  <a:lnTo>
                    <a:pt x="320934" y="664656"/>
                  </a:lnTo>
                  <a:lnTo>
                    <a:pt x="328586" y="670300"/>
                  </a:lnTo>
                  <a:lnTo>
                    <a:pt x="333317" y="678189"/>
                  </a:lnTo>
                  <a:lnTo>
                    <a:pt x="334754" y="687288"/>
                  </a:lnTo>
                  <a:lnTo>
                    <a:pt x="332522" y="696564"/>
                  </a:lnTo>
                  <a:lnTo>
                    <a:pt x="326869" y="704253"/>
                  </a:lnTo>
                  <a:lnTo>
                    <a:pt x="318987" y="709023"/>
                  </a:lnTo>
                  <a:lnTo>
                    <a:pt x="309906" y="710492"/>
                  </a:lnTo>
                  <a:lnTo>
                    <a:pt x="300659" y="708282"/>
                  </a:lnTo>
                  <a:close/>
                </a:path>
                <a:path w="3443605" h="2040889">
                  <a:moveTo>
                    <a:pt x="587489" y="841591"/>
                  </a:moveTo>
                  <a:lnTo>
                    <a:pt x="579838" y="835948"/>
                  </a:lnTo>
                  <a:lnTo>
                    <a:pt x="575107" y="828058"/>
                  </a:lnTo>
                  <a:lnTo>
                    <a:pt x="573671" y="818958"/>
                  </a:lnTo>
                  <a:lnTo>
                    <a:pt x="575904" y="809680"/>
                  </a:lnTo>
                  <a:lnTo>
                    <a:pt x="581555" y="801993"/>
                  </a:lnTo>
                  <a:lnTo>
                    <a:pt x="589438" y="797225"/>
                  </a:lnTo>
                  <a:lnTo>
                    <a:pt x="598518" y="795755"/>
                  </a:lnTo>
                  <a:lnTo>
                    <a:pt x="607765" y="797965"/>
                  </a:lnTo>
                  <a:lnTo>
                    <a:pt x="615418" y="803610"/>
                  </a:lnTo>
                  <a:lnTo>
                    <a:pt x="620152" y="811500"/>
                  </a:lnTo>
                  <a:lnTo>
                    <a:pt x="621592" y="820601"/>
                  </a:lnTo>
                  <a:lnTo>
                    <a:pt x="619362" y="829877"/>
                  </a:lnTo>
                  <a:lnTo>
                    <a:pt x="613708" y="837566"/>
                  </a:lnTo>
                  <a:lnTo>
                    <a:pt x="605822" y="842334"/>
                  </a:lnTo>
                  <a:lnTo>
                    <a:pt x="596738" y="843802"/>
                  </a:lnTo>
                  <a:lnTo>
                    <a:pt x="587489" y="841591"/>
                  </a:lnTo>
                  <a:close/>
                </a:path>
                <a:path w="3443605" h="2040889">
                  <a:moveTo>
                    <a:pt x="874328" y="974904"/>
                  </a:moveTo>
                  <a:lnTo>
                    <a:pt x="866677" y="969260"/>
                  </a:lnTo>
                  <a:lnTo>
                    <a:pt x="861946" y="961371"/>
                  </a:lnTo>
                  <a:lnTo>
                    <a:pt x="860510" y="952270"/>
                  </a:lnTo>
                  <a:lnTo>
                    <a:pt x="862743" y="942992"/>
                  </a:lnTo>
                  <a:lnTo>
                    <a:pt x="868394" y="935306"/>
                  </a:lnTo>
                  <a:lnTo>
                    <a:pt x="876276" y="930537"/>
                  </a:lnTo>
                  <a:lnTo>
                    <a:pt x="885357" y="929068"/>
                  </a:lnTo>
                  <a:lnTo>
                    <a:pt x="894604" y="931278"/>
                  </a:lnTo>
                  <a:lnTo>
                    <a:pt x="902256" y="936922"/>
                  </a:lnTo>
                  <a:lnTo>
                    <a:pt x="906987" y="944810"/>
                  </a:lnTo>
                  <a:lnTo>
                    <a:pt x="908424" y="953910"/>
                  </a:lnTo>
                  <a:lnTo>
                    <a:pt x="906191" y="963186"/>
                  </a:lnTo>
                  <a:lnTo>
                    <a:pt x="900539" y="970875"/>
                  </a:lnTo>
                  <a:lnTo>
                    <a:pt x="892656" y="975644"/>
                  </a:lnTo>
                  <a:lnTo>
                    <a:pt x="883576" y="977114"/>
                  </a:lnTo>
                  <a:lnTo>
                    <a:pt x="874328" y="974904"/>
                  </a:lnTo>
                  <a:close/>
                </a:path>
                <a:path w="3443605" h="2040889">
                  <a:moveTo>
                    <a:pt x="1161159" y="1108213"/>
                  </a:moveTo>
                  <a:lnTo>
                    <a:pt x="1153508" y="1102569"/>
                  </a:lnTo>
                  <a:lnTo>
                    <a:pt x="1148777" y="1094680"/>
                  </a:lnTo>
                  <a:lnTo>
                    <a:pt x="1147341" y="1085579"/>
                  </a:lnTo>
                  <a:lnTo>
                    <a:pt x="1149574" y="1076301"/>
                  </a:lnTo>
                  <a:lnTo>
                    <a:pt x="1155225" y="1068614"/>
                  </a:lnTo>
                  <a:lnTo>
                    <a:pt x="1163107" y="1063846"/>
                  </a:lnTo>
                  <a:lnTo>
                    <a:pt x="1172188" y="1062377"/>
                  </a:lnTo>
                  <a:lnTo>
                    <a:pt x="1181435" y="1064587"/>
                  </a:lnTo>
                  <a:lnTo>
                    <a:pt x="1189088" y="1070231"/>
                  </a:lnTo>
                  <a:lnTo>
                    <a:pt x="1193823" y="1078121"/>
                  </a:lnTo>
                  <a:lnTo>
                    <a:pt x="1195263" y="1087222"/>
                  </a:lnTo>
                  <a:lnTo>
                    <a:pt x="1193032" y="1096499"/>
                  </a:lnTo>
                  <a:lnTo>
                    <a:pt x="1187378" y="1104187"/>
                  </a:lnTo>
                  <a:lnTo>
                    <a:pt x="1179492" y="1108955"/>
                  </a:lnTo>
                  <a:lnTo>
                    <a:pt x="1170408" y="1110424"/>
                  </a:lnTo>
                  <a:lnTo>
                    <a:pt x="1161159" y="1108213"/>
                  </a:lnTo>
                  <a:close/>
                </a:path>
                <a:path w="3443605" h="2040889">
                  <a:moveTo>
                    <a:pt x="1448000" y="1241526"/>
                  </a:moveTo>
                  <a:lnTo>
                    <a:pt x="1440348" y="1235882"/>
                  </a:lnTo>
                  <a:lnTo>
                    <a:pt x="1435617" y="1227993"/>
                  </a:lnTo>
                  <a:lnTo>
                    <a:pt x="1434181" y="1218893"/>
                  </a:lnTo>
                  <a:lnTo>
                    <a:pt x="1436414" y="1209615"/>
                  </a:lnTo>
                  <a:lnTo>
                    <a:pt x="1442066" y="1201928"/>
                  </a:lnTo>
                  <a:lnTo>
                    <a:pt x="1449948" y="1197159"/>
                  </a:lnTo>
                  <a:lnTo>
                    <a:pt x="1459028" y="1195690"/>
                  </a:lnTo>
                  <a:lnTo>
                    <a:pt x="1468276" y="1197900"/>
                  </a:lnTo>
                  <a:lnTo>
                    <a:pt x="1475927" y="1203544"/>
                  </a:lnTo>
                  <a:lnTo>
                    <a:pt x="1480658" y="1211433"/>
                  </a:lnTo>
                  <a:lnTo>
                    <a:pt x="1482095" y="1220532"/>
                  </a:lnTo>
                  <a:lnTo>
                    <a:pt x="1479863" y="1229808"/>
                  </a:lnTo>
                  <a:lnTo>
                    <a:pt x="1474210" y="1237497"/>
                  </a:lnTo>
                  <a:lnTo>
                    <a:pt x="1466328" y="1242266"/>
                  </a:lnTo>
                  <a:lnTo>
                    <a:pt x="1457247" y="1243736"/>
                  </a:lnTo>
                  <a:lnTo>
                    <a:pt x="1448000" y="1241526"/>
                  </a:lnTo>
                  <a:close/>
                </a:path>
                <a:path w="3443605" h="2040889">
                  <a:moveTo>
                    <a:pt x="1734829" y="1374835"/>
                  </a:moveTo>
                  <a:lnTo>
                    <a:pt x="1727178" y="1369191"/>
                  </a:lnTo>
                  <a:lnTo>
                    <a:pt x="1722447" y="1361302"/>
                  </a:lnTo>
                  <a:lnTo>
                    <a:pt x="1721011" y="1352201"/>
                  </a:lnTo>
                  <a:lnTo>
                    <a:pt x="1723244" y="1342923"/>
                  </a:lnTo>
                  <a:lnTo>
                    <a:pt x="1728895" y="1335236"/>
                  </a:lnTo>
                  <a:lnTo>
                    <a:pt x="1736777" y="1330468"/>
                  </a:lnTo>
                  <a:lnTo>
                    <a:pt x="1745858" y="1328998"/>
                  </a:lnTo>
                  <a:lnTo>
                    <a:pt x="1755105" y="1331208"/>
                  </a:lnTo>
                  <a:lnTo>
                    <a:pt x="1762758" y="1336853"/>
                  </a:lnTo>
                  <a:lnTo>
                    <a:pt x="1767492" y="1344743"/>
                  </a:lnTo>
                  <a:lnTo>
                    <a:pt x="1768933" y="1353844"/>
                  </a:lnTo>
                  <a:lnTo>
                    <a:pt x="1766702" y="1363120"/>
                  </a:lnTo>
                  <a:lnTo>
                    <a:pt x="1761048" y="1370809"/>
                  </a:lnTo>
                  <a:lnTo>
                    <a:pt x="1753162" y="1375577"/>
                  </a:lnTo>
                  <a:lnTo>
                    <a:pt x="1744078" y="1377045"/>
                  </a:lnTo>
                  <a:lnTo>
                    <a:pt x="1734829" y="1374835"/>
                  </a:lnTo>
                  <a:close/>
                </a:path>
                <a:path w="3443605" h="2040889">
                  <a:moveTo>
                    <a:pt x="2021669" y="1508148"/>
                  </a:moveTo>
                  <a:lnTo>
                    <a:pt x="2014018" y="1502504"/>
                  </a:lnTo>
                  <a:lnTo>
                    <a:pt x="2009287" y="1494615"/>
                  </a:lnTo>
                  <a:lnTo>
                    <a:pt x="2007851" y="1485514"/>
                  </a:lnTo>
                  <a:lnTo>
                    <a:pt x="2010084" y="1476236"/>
                  </a:lnTo>
                  <a:lnTo>
                    <a:pt x="2015736" y="1468549"/>
                  </a:lnTo>
                  <a:lnTo>
                    <a:pt x="2023618" y="1463781"/>
                  </a:lnTo>
                  <a:lnTo>
                    <a:pt x="2032698" y="1462312"/>
                  </a:lnTo>
                  <a:lnTo>
                    <a:pt x="2041945" y="1464522"/>
                  </a:lnTo>
                  <a:lnTo>
                    <a:pt x="2049597" y="1470165"/>
                  </a:lnTo>
                  <a:lnTo>
                    <a:pt x="2054328" y="1478054"/>
                  </a:lnTo>
                  <a:lnTo>
                    <a:pt x="2055765" y="1487154"/>
                  </a:lnTo>
                  <a:lnTo>
                    <a:pt x="2053532" y="1496429"/>
                  </a:lnTo>
                  <a:lnTo>
                    <a:pt x="2047880" y="1504118"/>
                  </a:lnTo>
                  <a:lnTo>
                    <a:pt x="2039997" y="1508888"/>
                  </a:lnTo>
                  <a:lnTo>
                    <a:pt x="2030917" y="1510358"/>
                  </a:lnTo>
                  <a:lnTo>
                    <a:pt x="2021669" y="1508148"/>
                  </a:lnTo>
                  <a:close/>
                </a:path>
                <a:path w="3443605" h="2040889">
                  <a:moveTo>
                    <a:pt x="2308509" y="1641460"/>
                  </a:moveTo>
                  <a:lnTo>
                    <a:pt x="2300856" y="1635816"/>
                  </a:lnTo>
                  <a:lnTo>
                    <a:pt x="2296122" y="1627926"/>
                  </a:lnTo>
                  <a:lnTo>
                    <a:pt x="2294683" y="1618824"/>
                  </a:lnTo>
                  <a:lnTo>
                    <a:pt x="2296915" y="1609545"/>
                  </a:lnTo>
                  <a:lnTo>
                    <a:pt x="2302568" y="1601859"/>
                  </a:lnTo>
                  <a:lnTo>
                    <a:pt x="2310453" y="1597092"/>
                  </a:lnTo>
                  <a:lnTo>
                    <a:pt x="2319536" y="1595624"/>
                  </a:lnTo>
                  <a:lnTo>
                    <a:pt x="2328784" y="1597834"/>
                  </a:lnTo>
                  <a:lnTo>
                    <a:pt x="2336436" y="1603478"/>
                  </a:lnTo>
                  <a:lnTo>
                    <a:pt x="2341167" y="1611367"/>
                  </a:lnTo>
                  <a:lnTo>
                    <a:pt x="2342604" y="1620466"/>
                  </a:lnTo>
                  <a:lnTo>
                    <a:pt x="2340372" y="1629742"/>
                  </a:lnTo>
                  <a:lnTo>
                    <a:pt x="2334719" y="1637431"/>
                  </a:lnTo>
                  <a:lnTo>
                    <a:pt x="2326837" y="1642201"/>
                  </a:lnTo>
                  <a:lnTo>
                    <a:pt x="2317756" y="1643670"/>
                  </a:lnTo>
                  <a:lnTo>
                    <a:pt x="2308509" y="1641460"/>
                  </a:lnTo>
                  <a:close/>
                </a:path>
                <a:path w="3443605" h="2040889">
                  <a:moveTo>
                    <a:pt x="2835252" y="1242842"/>
                  </a:moveTo>
                  <a:lnTo>
                    <a:pt x="2827601" y="1237199"/>
                  </a:lnTo>
                  <a:lnTo>
                    <a:pt x="2822869" y="1229310"/>
                  </a:lnTo>
                  <a:lnTo>
                    <a:pt x="2821432" y="1220211"/>
                  </a:lnTo>
                  <a:lnTo>
                    <a:pt x="2823665" y="1210935"/>
                  </a:lnTo>
                  <a:lnTo>
                    <a:pt x="2829317" y="1203246"/>
                  </a:lnTo>
                  <a:lnTo>
                    <a:pt x="2837200" y="1198476"/>
                  </a:lnTo>
                  <a:lnTo>
                    <a:pt x="2846281" y="1197006"/>
                  </a:lnTo>
                  <a:lnTo>
                    <a:pt x="2855528" y="1199216"/>
                  </a:lnTo>
                  <a:lnTo>
                    <a:pt x="2863180" y="1204861"/>
                  </a:lnTo>
                  <a:lnTo>
                    <a:pt x="2867915" y="1212751"/>
                  </a:lnTo>
                  <a:lnTo>
                    <a:pt x="2869354" y="1221854"/>
                  </a:lnTo>
                  <a:lnTo>
                    <a:pt x="2867122" y="1231132"/>
                  </a:lnTo>
                  <a:lnTo>
                    <a:pt x="2861470" y="1238818"/>
                  </a:lnTo>
                  <a:lnTo>
                    <a:pt x="2853584" y="1243585"/>
                  </a:lnTo>
                  <a:lnTo>
                    <a:pt x="2844500" y="1245053"/>
                  </a:lnTo>
                  <a:lnTo>
                    <a:pt x="2835252" y="1242842"/>
                  </a:lnTo>
                  <a:close/>
                </a:path>
                <a:path w="3443605" h="2040889">
                  <a:moveTo>
                    <a:pt x="3122092" y="1376156"/>
                  </a:moveTo>
                  <a:lnTo>
                    <a:pt x="3114441" y="1370512"/>
                  </a:lnTo>
                  <a:lnTo>
                    <a:pt x="3109710" y="1362623"/>
                  </a:lnTo>
                  <a:lnTo>
                    <a:pt x="3108273" y="1353524"/>
                  </a:lnTo>
                  <a:lnTo>
                    <a:pt x="3110505" y="1344248"/>
                  </a:lnTo>
                  <a:lnTo>
                    <a:pt x="3116157" y="1336559"/>
                  </a:lnTo>
                  <a:lnTo>
                    <a:pt x="3124040" y="1331789"/>
                  </a:lnTo>
                  <a:lnTo>
                    <a:pt x="3133121" y="1330320"/>
                  </a:lnTo>
                  <a:lnTo>
                    <a:pt x="3142368" y="1332530"/>
                  </a:lnTo>
                  <a:lnTo>
                    <a:pt x="3150019" y="1338173"/>
                  </a:lnTo>
                  <a:lnTo>
                    <a:pt x="3154750" y="1346063"/>
                  </a:lnTo>
                  <a:lnTo>
                    <a:pt x="3156187" y="1355163"/>
                  </a:lnTo>
                  <a:lnTo>
                    <a:pt x="3153953" y="1364441"/>
                  </a:lnTo>
                  <a:lnTo>
                    <a:pt x="3148302" y="1372128"/>
                  </a:lnTo>
                  <a:lnTo>
                    <a:pt x="3140420" y="1376896"/>
                  </a:lnTo>
                  <a:lnTo>
                    <a:pt x="3131339" y="1378366"/>
                  </a:lnTo>
                  <a:lnTo>
                    <a:pt x="3122092" y="1376156"/>
                  </a:lnTo>
                  <a:close/>
                </a:path>
                <a:path w="3443605" h="2040889">
                  <a:moveTo>
                    <a:pt x="3408931" y="1509468"/>
                  </a:moveTo>
                  <a:lnTo>
                    <a:pt x="3401279" y="1503824"/>
                  </a:lnTo>
                  <a:lnTo>
                    <a:pt x="3396545" y="1495934"/>
                  </a:lnTo>
                  <a:lnTo>
                    <a:pt x="3395105" y="1486833"/>
                  </a:lnTo>
                  <a:lnTo>
                    <a:pt x="3397336" y="1477557"/>
                  </a:lnTo>
                  <a:lnTo>
                    <a:pt x="3402990" y="1469868"/>
                  </a:lnTo>
                  <a:lnTo>
                    <a:pt x="3410875" y="1465100"/>
                  </a:lnTo>
                  <a:lnTo>
                    <a:pt x="3419959" y="1463632"/>
                  </a:lnTo>
                  <a:lnTo>
                    <a:pt x="3429207" y="1465842"/>
                  </a:lnTo>
                  <a:lnTo>
                    <a:pt x="3436858" y="1471486"/>
                  </a:lnTo>
                  <a:lnTo>
                    <a:pt x="3441589" y="1479375"/>
                  </a:lnTo>
                  <a:lnTo>
                    <a:pt x="3443026" y="1488476"/>
                  </a:lnTo>
                  <a:lnTo>
                    <a:pt x="3440792" y="1497754"/>
                  </a:lnTo>
                  <a:lnTo>
                    <a:pt x="3435141" y="1505441"/>
                  </a:lnTo>
                  <a:lnTo>
                    <a:pt x="3427259" y="1510209"/>
                  </a:lnTo>
                  <a:lnTo>
                    <a:pt x="3418178" y="1511678"/>
                  </a:lnTo>
                  <a:lnTo>
                    <a:pt x="3408931" y="1509468"/>
                  </a:lnTo>
                  <a:close/>
                </a:path>
                <a:path w="3443605" h="2040889">
                  <a:moveTo>
                    <a:pt x="2712290" y="1507411"/>
                  </a:moveTo>
                  <a:lnTo>
                    <a:pt x="2704638" y="1501767"/>
                  </a:lnTo>
                  <a:lnTo>
                    <a:pt x="2699907" y="1493878"/>
                  </a:lnTo>
                  <a:lnTo>
                    <a:pt x="2698471" y="1484778"/>
                  </a:lnTo>
                  <a:lnTo>
                    <a:pt x="2700704" y="1475500"/>
                  </a:lnTo>
                  <a:lnTo>
                    <a:pt x="2706356" y="1467813"/>
                  </a:lnTo>
                  <a:lnTo>
                    <a:pt x="2714238" y="1463044"/>
                  </a:lnTo>
                  <a:lnTo>
                    <a:pt x="2723318" y="1461575"/>
                  </a:lnTo>
                  <a:lnTo>
                    <a:pt x="2732565" y="1463785"/>
                  </a:lnTo>
                  <a:lnTo>
                    <a:pt x="2740218" y="1469430"/>
                  </a:lnTo>
                  <a:lnTo>
                    <a:pt x="2744953" y="1477320"/>
                  </a:lnTo>
                  <a:lnTo>
                    <a:pt x="2746393" y="1486421"/>
                  </a:lnTo>
                  <a:lnTo>
                    <a:pt x="2744162" y="1495697"/>
                  </a:lnTo>
                  <a:lnTo>
                    <a:pt x="2738508" y="1503386"/>
                  </a:lnTo>
                  <a:lnTo>
                    <a:pt x="2730622" y="1508154"/>
                  </a:lnTo>
                  <a:lnTo>
                    <a:pt x="2721538" y="1509622"/>
                  </a:lnTo>
                  <a:lnTo>
                    <a:pt x="2712290" y="1507411"/>
                  </a:lnTo>
                  <a:close/>
                </a:path>
                <a:path w="3443605" h="2040889">
                  <a:moveTo>
                    <a:pt x="2999130" y="1640724"/>
                  </a:moveTo>
                  <a:lnTo>
                    <a:pt x="2991479" y="1635081"/>
                  </a:lnTo>
                  <a:lnTo>
                    <a:pt x="2986748" y="1627192"/>
                  </a:lnTo>
                  <a:lnTo>
                    <a:pt x="2985311" y="1618091"/>
                  </a:lnTo>
                  <a:lnTo>
                    <a:pt x="2987545" y="1608813"/>
                  </a:lnTo>
                  <a:lnTo>
                    <a:pt x="2993196" y="1601126"/>
                  </a:lnTo>
                  <a:lnTo>
                    <a:pt x="3001078" y="1596358"/>
                  </a:lnTo>
                  <a:lnTo>
                    <a:pt x="3010159" y="1594888"/>
                  </a:lnTo>
                  <a:lnTo>
                    <a:pt x="3019406" y="1597098"/>
                  </a:lnTo>
                  <a:lnTo>
                    <a:pt x="3027057" y="1602742"/>
                  </a:lnTo>
                  <a:lnTo>
                    <a:pt x="3031788" y="1610631"/>
                  </a:lnTo>
                  <a:lnTo>
                    <a:pt x="3033225" y="1619730"/>
                  </a:lnTo>
                  <a:lnTo>
                    <a:pt x="3030993" y="1629006"/>
                  </a:lnTo>
                  <a:lnTo>
                    <a:pt x="3025341" y="1636695"/>
                  </a:lnTo>
                  <a:lnTo>
                    <a:pt x="3017458" y="1641465"/>
                  </a:lnTo>
                  <a:lnTo>
                    <a:pt x="3008377" y="1642934"/>
                  </a:lnTo>
                  <a:lnTo>
                    <a:pt x="2999130" y="1640724"/>
                  </a:lnTo>
                  <a:close/>
                </a:path>
                <a:path w="3443605" h="2040889">
                  <a:moveTo>
                    <a:pt x="2589329" y="1771976"/>
                  </a:moveTo>
                  <a:lnTo>
                    <a:pt x="2581678" y="1766332"/>
                  </a:lnTo>
                  <a:lnTo>
                    <a:pt x="2576947" y="1758443"/>
                  </a:lnTo>
                  <a:lnTo>
                    <a:pt x="2575511" y="1749342"/>
                  </a:lnTo>
                  <a:lnTo>
                    <a:pt x="2577744" y="1740064"/>
                  </a:lnTo>
                  <a:lnTo>
                    <a:pt x="2583395" y="1732378"/>
                  </a:lnTo>
                  <a:lnTo>
                    <a:pt x="2591277" y="1727609"/>
                  </a:lnTo>
                  <a:lnTo>
                    <a:pt x="2600358" y="1726140"/>
                  </a:lnTo>
                  <a:lnTo>
                    <a:pt x="2609605" y="1728350"/>
                  </a:lnTo>
                  <a:lnTo>
                    <a:pt x="2617258" y="1733994"/>
                  </a:lnTo>
                  <a:lnTo>
                    <a:pt x="2621992" y="1741885"/>
                  </a:lnTo>
                  <a:lnTo>
                    <a:pt x="2623432" y="1750985"/>
                  </a:lnTo>
                  <a:lnTo>
                    <a:pt x="2621202" y="1760262"/>
                  </a:lnTo>
                  <a:lnTo>
                    <a:pt x="2615548" y="1767950"/>
                  </a:lnTo>
                  <a:lnTo>
                    <a:pt x="2607662" y="1772718"/>
                  </a:lnTo>
                  <a:lnTo>
                    <a:pt x="2598578" y="1774187"/>
                  </a:lnTo>
                  <a:lnTo>
                    <a:pt x="2589329" y="1771976"/>
                  </a:lnTo>
                  <a:close/>
                </a:path>
                <a:path w="3443605" h="2040889">
                  <a:moveTo>
                    <a:pt x="2876169" y="1905289"/>
                  </a:moveTo>
                  <a:lnTo>
                    <a:pt x="2868518" y="1899645"/>
                  </a:lnTo>
                  <a:lnTo>
                    <a:pt x="2863787" y="1891756"/>
                  </a:lnTo>
                  <a:lnTo>
                    <a:pt x="2862351" y="1882656"/>
                  </a:lnTo>
                  <a:lnTo>
                    <a:pt x="2864584" y="1873378"/>
                  </a:lnTo>
                  <a:lnTo>
                    <a:pt x="2870236" y="1865691"/>
                  </a:lnTo>
                  <a:lnTo>
                    <a:pt x="2878118" y="1860923"/>
                  </a:lnTo>
                  <a:lnTo>
                    <a:pt x="2887198" y="1859453"/>
                  </a:lnTo>
                  <a:lnTo>
                    <a:pt x="2896445" y="1861663"/>
                  </a:lnTo>
                  <a:lnTo>
                    <a:pt x="2904097" y="1867307"/>
                  </a:lnTo>
                  <a:lnTo>
                    <a:pt x="2908828" y="1875196"/>
                  </a:lnTo>
                  <a:lnTo>
                    <a:pt x="2910265" y="1884295"/>
                  </a:lnTo>
                  <a:lnTo>
                    <a:pt x="2908032" y="1893571"/>
                  </a:lnTo>
                  <a:lnTo>
                    <a:pt x="2902380" y="1901260"/>
                  </a:lnTo>
                  <a:lnTo>
                    <a:pt x="2894497" y="1906029"/>
                  </a:lnTo>
                  <a:lnTo>
                    <a:pt x="2885417" y="1907499"/>
                  </a:lnTo>
                  <a:lnTo>
                    <a:pt x="2876169" y="1905289"/>
                  </a:lnTo>
                  <a:close/>
                </a:path>
                <a:path w="3443605" h="2040889">
                  <a:moveTo>
                    <a:pt x="3163009" y="2038602"/>
                  </a:moveTo>
                  <a:lnTo>
                    <a:pt x="3155357" y="2032958"/>
                  </a:lnTo>
                  <a:lnTo>
                    <a:pt x="3150623" y="2025067"/>
                  </a:lnTo>
                  <a:lnTo>
                    <a:pt x="3149183" y="2015965"/>
                  </a:lnTo>
                  <a:lnTo>
                    <a:pt x="3151415" y="2006687"/>
                  </a:lnTo>
                  <a:lnTo>
                    <a:pt x="3157068" y="1999000"/>
                  </a:lnTo>
                  <a:lnTo>
                    <a:pt x="3164953" y="1994233"/>
                  </a:lnTo>
                  <a:lnTo>
                    <a:pt x="3174036" y="1992765"/>
                  </a:lnTo>
                  <a:lnTo>
                    <a:pt x="3183284" y="1994976"/>
                  </a:lnTo>
                  <a:lnTo>
                    <a:pt x="3190936" y="2000620"/>
                  </a:lnTo>
                  <a:lnTo>
                    <a:pt x="3195667" y="2008508"/>
                  </a:lnTo>
                  <a:lnTo>
                    <a:pt x="3197104" y="2017608"/>
                  </a:lnTo>
                  <a:lnTo>
                    <a:pt x="3194872" y="2026884"/>
                  </a:lnTo>
                  <a:lnTo>
                    <a:pt x="3189219" y="2034573"/>
                  </a:lnTo>
                  <a:lnTo>
                    <a:pt x="3181337" y="2039342"/>
                  </a:lnTo>
                  <a:lnTo>
                    <a:pt x="3172256" y="2040812"/>
                  </a:lnTo>
                  <a:lnTo>
                    <a:pt x="3163009" y="2038602"/>
                  </a:lnTo>
                  <a:close/>
                </a:path>
              </a:pathLst>
            </a:custGeom>
            <a:solidFill>
              <a:srgbClr val="FBFD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78983" y="5938024"/>
              <a:ext cx="7377006" cy="405613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888429" y="2796172"/>
            <a:ext cx="10006330" cy="3225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118870">
              <a:lnSpc>
                <a:spcPct val="116700"/>
              </a:lnSpc>
              <a:spcBef>
                <a:spcPts val="95"/>
              </a:spcBef>
            </a:pPr>
            <a:r>
              <a:rPr dirty="0" sz="9000" spc="-50" b="1">
                <a:solidFill>
                  <a:srgbClr val="18120C"/>
                </a:solidFill>
                <a:latin typeface="Georgia"/>
                <a:cs typeface="Georgia"/>
              </a:rPr>
              <a:t>Conceptos</a:t>
            </a:r>
            <a:r>
              <a:rPr dirty="0" sz="9000" spc="434" b="1">
                <a:solidFill>
                  <a:srgbClr val="18120C"/>
                </a:solidFill>
                <a:latin typeface="Georgia"/>
                <a:cs typeface="Georgia"/>
              </a:rPr>
              <a:t> </a:t>
            </a:r>
            <a:r>
              <a:rPr dirty="0" sz="9000" spc="-300" b="1">
                <a:solidFill>
                  <a:srgbClr val="18120C"/>
                </a:solidFill>
                <a:latin typeface="Georgia"/>
                <a:cs typeface="Georgia"/>
              </a:rPr>
              <a:t>de </a:t>
            </a:r>
            <a:r>
              <a:rPr dirty="0" sz="9000" spc="-295" b="1">
                <a:solidFill>
                  <a:srgbClr val="18120C"/>
                </a:solidFill>
                <a:latin typeface="Georgia"/>
                <a:cs typeface="Georgia"/>
              </a:rPr>
              <a:t> </a:t>
            </a:r>
            <a:r>
              <a:rPr dirty="0" sz="9000" spc="165" b="1">
                <a:solidFill>
                  <a:srgbClr val="18120C"/>
                </a:solidFill>
                <a:latin typeface="Georgia"/>
                <a:cs typeface="Georgia"/>
              </a:rPr>
              <a:t>V</a:t>
            </a:r>
            <a:r>
              <a:rPr dirty="0" sz="9000" spc="-25" b="1">
                <a:solidFill>
                  <a:srgbClr val="18120C"/>
                </a:solidFill>
                <a:latin typeface="Georgia"/>
                <a:cs typeface="Georgia"/>
              </a:rPr>
              <a:t>u</a:t>
            </a:r>
            <a:r>
              <a:rPr dirty="0" sz="9000" spc="-5" b="1">
                <a:solidFill>
                  <a:srgbClr val="18120C"/>
                </a:solidFill>
                <a:latin typeface="Georgia"/>
                <a:cs typeface="Georgia"/>
              </a:rPr>
              <a:t>l</a:t>
            </a:r>
            <a:r>
              <a:rPr dirty="0" sz="9000" spc="60" b="1">
                <a:solidFill>
                  <a:srgbClr val="18120C"/>
                </a:solidFill>
                <a:latin typeface="Georgia"/>
                <a:cs typeface="Georgia"/>
              </a:rPr>
              <a:t>n</a:t>
            </a:r>
            <a:r>
              <a:rPr dirty="0" sz="9000" spc="-380" b="1">
                <a:solidFill>
                  <a:srgbClr val="18120C"/>
                </a:solidFill>
                <a:latin typeface="Georgia"/>
                <a:cs typeface="Georgia"/>
              </a:rPr>
              <a:t>e</a:t>
            </a:r>
            <a:r>
              <a:rPr dirty="0" sz="9000" spc="-10" b="1">
                <a:solidFill>
                  <a:srgbClr val="18120C"/>
                </a:solidFill>
                <a:latin typeface="Georgia"/>
                <a:cs typeface="Georgia"/>
              </a:rPr>
              <a:t>r</a:t>
            </a:r>
            <a:r>
              <a:rPr dirty="0" sz="9000" spc="65" b="1">
                <a:solidFill>
                  <a:srgbClr val="18120C"/>
                </a:solidFill>
                <a:latin typeface="Georgia"/>
                <a:cs typeface="Georgia"/>
              </a:rPr>
              <a:t>a</a:t>
            </a:r>
            <a:r>
              <a:rPr dirty="0" sz="9000" spc="-204" b="1">
                <a:solidFill>
                  <a:srgbClr val="18120C"/>
                </a:solidFill>
                <a:latin typeface="Georgia"/>
                <a:cs typeface="Georgia"/>
              </a:rPr>
              <a:t>b</a:t>
            </a:r>
            <a:r>
              <a:rPr dirty="0" sz="9000" spc="-80" b="1">
                <a:solidFill>
                  <a:srgbClr val="18120C"/>
                </a:solidFill>
                <a:latin typeface="Georgia"/>
                <a:cs typeface="Georgia"/>
              </a:rPr>
              <a:t>i</a:t>
            </a:r>
            <a:r>
              <a:rPr dirty="0" sz="9000" spc="-5" b="1">
                <a:solidFill>
                  <a:srgbClr val="18120C"/>
                </a:solidFill>
                <a:latin typeface="Georgia"/>
                <a:cs typeface="Georgia"/>
              </a:rPr>
              <a:t>l</a:t>
            </a:r>
            <a:r>
              <a:rPr dirty="0" sz="9000" spc="-80" b="1">
                <a:solidFill>
                  <a:srgbClr val="18120C"/>
                </a:solidFill>
                <a:latin typeface="Georgia"/>
                <a:cs typeface="Georgia"/>
              </a:rPr>
              <a:t>i</a:t>
            </a:r>
            <a:r>
              <a:rPr dirty="0" sz="9000" spc="-220" b="1">
                <a:solidFill>
                  <a:srgbClr val="18120C"/>
                </a:solidFill>
                <a:latin typeface="Georgia"/>
                <a:cs typeface="Georgia"/>
              </a:rPr>
              <a:t>d</a:t>
            </a:r>
            <a:r>
              <a:rPr dirty="0" sz="9000" spc="65" b="1">
                <a:solidFill>
                  <a:srgbClr val="18120C"/>
                </a:solidFill>
                <a:latin typeface="Georgia"/>
                <a:cs typeface="Georgia"/>
              </a:rPr>
              <a:t>a</a:t>
            </a:r>
            <a:r>
              <a:rPr dirty="0" sz="9000" spc="-220" b="1">
                <a:solidFill>
                  <a:srgbClr val="18120C"/>
                </a:solidFill>
                <a:latin typeface="Georgia"/>
                <a:cs typeface="Georgia"/>
              </a:rPr>
              <a:t>d</a:t>
            </a:r>
            <a:r>
              <a:rPr dirty="0" sz="9000" spc="-380" b="1">
                <a:solidFill>
                  <a:srgbClr val="18120C"/>
                </a:solidFill>
                <a:latin typeface="Georgia"/>
                <a:cs typeface="Georgia"/>
              </a:rPr>
              <a:t>e</a:t>
            </a:r>
            <a:r>
              <a:rPr dirty="0" sz="9000" spc="25" b="1">
                <a:solidFill>
                  <a:srgbClr val="18120C"/>
                </a:solidFill>
                <a:latin typeface="Georgia"/>
                <a:cs typeface="Georgia"/>
              </a:rPr>
              <a:t>s</a:t>
            </a:r>
            <a:endParaRPr sz="90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32358" y="7186819"/>
            <a:ext cx="4546600" cy="1473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3345" marR="5080" indent="-81280">
              <a:lnSpc>
                <a:spcPct val="115900"/>
              </a:lnSpc>
              <a:spcBef>
                <a:spcPts val="95"/>
              </a:spcBef>
            </a:pPr>
            <a:r>
              <a:rPr dirty="0" sz="4100" spc="60">
                <a:solidFill>
                  <a:srgbClr val="18120C"/>
                </a:solidFill>
                <a:latin typeface="Tahoma"/>
                <a:cs typeface="Tahoma"/>
              </a:rPr>
              <a:t>Edgar</a:t>
            </a:r>
            <a:r>
              <a:rPr dirty="0" sz="4100" spc="-25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4100" spc="50">
                <a:solidFill>
                  <a:srgbClr val="18120C"/>
                </a:solidFill>
                <a:latin typeface="Tahoma"/>
                <a:cs typeface="Tahoma"/>
              </a:rPr>
              <a:t>Daniel</a:t>
            </a:r>
            <a:r>
              <a:rPr dirty="0" sz="4100" spc="-25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4100" spc="110">
                <a:solidFill>
                  <a:srgbClr val="18120C"/>
                </a:solidFill>
                <a:latin typeface="Tahoma"/>
                <a:cs typeface="Tahoma"/>
              </a:rPr>
              <a:t>López </a:t>
            </a:r>
            <a:r>
              <a:rPr dirty="0" sz="4100" spc="-127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4100" spc="30">
                <a:solidFill>
                  <a:srgbClr val="18120C"/>
                </a:solidFill>
                <a:latin typeface="Tahoma"/>
                <a:cs typeface="Tahoma"/>
              </a:rPr>
              <a:t>Carbajal</a:t>
            </a:r>
            <a:r>
              <a:rPr dirty="0" sz="4100" spc="-26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4100" spc="250">
                <a:solidFill>
                  <a:srgbClr val="18120C"/>
                </a:solidFill>
                <a:latin typeface="Tahoma"/>
                <a:cs typeface="Tahoma"/>
              </a:rPr>
              <a:t>7M</a:t>
            </a:r>
            <a:r>
              <a:rPr dirty="0" sz="4100" spc="-26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4100" spc="45">
                <a:solidFill>
                  <a:srgbClr val="18120C"/>
                </a:solidFill>
                <a:latin typeface="Tahoma"/>
                <a:cs typeface="Tahoma"/>
              </a:rPr>
              <a:t>LIDTS</a:t>
            </a:r>
            <a:endParaRPr sz="4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1190" y="742707"/>
            <a:ext cx="11986895" cy="8889365"/>
            <a:chOff x="1911190" y="742707"/>
            <a:chExt cx="11986895" cy="8889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9079" y="853408"/>
              <a:ext cx="11968655" cy="876212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05655" y="2679584"/>
              <a:ext cx="5300345" cy="5505450"/>
            </a:xfrm>
            <a:custGeom>
              <a:avLst/>
              <a:gdLst/>
              <a:ahLst/>
              <a:cxnLst/>
              <a:rect l="l" t="t" r="r" b="b"/>
              <a:pathLst>
                <a:path w="5300345" h="5505450">
                  <a:moveTo>
                    <a:pt x="2270899" y="5480376"/>
                  </a:moveTo>
                  <a:lnTo>
                    <a:pt x="2228098" y="5502065"/>
                  </a:lnTo>
                  <a:lnTo>
                    <a:pt x="2210085" y="5505021"/>
                  </a:lnTo>
                  <a:lnTo>
                    <a:pt x="2203354" y="5498777"/>
                  </a:lnTo>
                  <a:lnTo>
                    <a:pt x="2202775" y="5483319"/>
                  </a:lnTo>
                  <a:lnTo>
                    <a:pt x="2208189" y="5476945"/>
                  </a:lnTo>
                  <a:lnTo>
                    <a:pt x="2215334" y="5475893"/>
                  </a:lnTo>
                  <a:lnTo>
                    <a:pt x="2217834" y="5474919"/>
                  </a:lnTo>
                  <a:lnTo>
                    <a:pt x="2223690" y="5472313"/>
                  </a:lnTo>
                  <a:lnTo>
                    <a:pt x="2234077" y="5467294"/>
                  </a:lnTo>
                  <a:lnTo>
                    <a:pt x="2257275" y="5455391"/>
                  </a:lnTo>
                  <a:lnTo>
                    <a:pt x="2266032" y="5458136"/>
                  </a:lnTo>
                  <a:lnTo>
                    <a:pt x="2273270" y="5472045"/>
                  </a:lnTo>
                  <a:lnTo>
                    <a:pt x="2270899" y="5480376"/>
                  </a:lnTo>
                  <a:close/>
                </a:path>
                <a:path w="5300345" h="5505450">
                  <a:moveTo>
                    <a:pt x="4041790" y="4418665"/>
                  </a:moveTo>
                  <a:lnTo>
                    <a:pt x="4034942" y="4422858"/>
                  </a:lnTo>
                  <a:lnTo>
                    <a:pt x="4026023" y="4420713"/>
                  </a:lnTo>
                  <a:lnTo>
                    <a:pt x="4017637" y="4407075"/>
                  </a:lnTo>
                  <a:lnTo>
                    <a:pt x="4019769" y="4398163"/>
                  </a:lnTo>
                  <a:lnTo>
                    <a:pt x="4044193" y="4383023"/>
                  </a:lnTo>
                  <a:lnTo>
                    <a:pt x="4096402" y="4349772"/>
                  </a:lnTo>
                  <a:lnTo>
                    <a:pt x="4103384" y="4345496"/>
                  </a:lnTo>
                  <a:lnTo>
                    <a:pt x="4112178" y="4347487"/>
                  </a:lnTo>
                  <a:lnTo>
                    <a:pt x="4120789" y="4360850"/>
                  </a:lnTo>
                  <a:lnTo>
                    <a:pt x="4118843" y="4369819"/>
                  </a:lnTo>
                  <a:lnTo>
                    <a:pt x="4059518" y="4407659"/>
                  </a:lnTo>
                  <a:lnTo>
                    <a:pt x="4041790" y="4418665"/>
                  </a:lnTo>
                  <a:close/>
                </a:path>
                <a:path w="5300345" h="5505450">
                  <a:moveTo>
                    <a:pt x="4346188" y="4227842"/>
                  </a:moveTo>
                  <a:lnTo>
                    <a:pt x="4339353" y="4232027"/>
                  </a:lnTo>
                  <a:lnTo>
                    <a:pt x="4330433" y="4229883"/>
                  </a:lnTo>
                  <a:lnTo>
                    <a:pt x="4322048" y="4216244"/>
                  </a:lnTo>
                  <a:lnTo>
                    <a:pt x="4324176" y="4207300"/>
                  </a:lnTo>
                  <a:lnTo>
                    <a:pt x="4390665" y="4166349"/>
                  </a:lnTo>
                  <a:lnTo>
                    <a:pt x="4401224" y="4159618"/>
                  </a:lnTo>
                  <a:lnTo>
                    <a:pt x="4408205" y="4155343"/>
                  </a:lnTo>
                  <a:lnTo>
                    <a:pt x="4416999" y="4157333"/>
                  </a:lnTo>
                  <a:lnTo>
                    <a:pt x="4425599" y="4170704"/>
                  </a:lnTo>
                  <a:lnTo>
                    <a:pt x="4423666" y="4179695"/>
                  </a:lnTo>
                  <a:lnTo>
                    <a:pt x="4406081" y="4190930"/>
                  </a:lnTo>
                  <a:lnTo>
                    <a:pt x="4346188" y="4227842"/>
                  </a:lnTo>
                  <a:close/>
                </a:path>
                <a:path w="5300345" h="5505450">
                  <a:moveTo>
                    <a:pt x="3504256" y="4742349"/>
                  </a:moveTo>
                  <a:lnTo>
                    <a:pt x="3497431" y="4746529"/>
                  </a:lnTo>
                  <a:lnTo>
                    <a:pt x="3419212" y="4793332"/>
                  </a:lnTo>
                  <a:lnTo>
                    <a:pt x="3410305" y="4791046"/>
                  </a:lnTo>
                  <a:lnTo>
                    <a:pt x="3402193" y="4777309"/>
                  </a:lnTo>
                  <a:lnTo>
                    <a:pt x="3404397" y="4768516"/>
                  </a:lnTo>
                  <a:lnTo>
                    <a:pt x="3411331" y="4764270"/>
                  </a:lnTo>
                  <a:lnTo>
                    <a:pt x="3488874" y="4717747"/>
                  </a:lnTo>
                  <a:lnTo>
                    <a:pt x="3497930" y="4719843"/>
                  </a:lnTo>
                  <a:lnTo>
                    <a:pt x="3506291" y="4733496"/>
                  </a:lnTo>
                  <a:lnTo>
                    <a:pt x="3504256" y="4742349"/>
                  </a:lnTo>
                  <a:close/>
                </a:path>
                <a:path w="5300345" h="5505450">
                  <a:moveTo>
                    <a:pt x="3183351" y="4904142"/>
                  </a:moveTo>
                  <a:lnTo>
                    <a:pt x="3130788" y="4936330"/>
                  </a:lnTo>
                  <a:lnTo>
                    <a:pt x="3175229" y="4908684"/>
                  </a:lnTo>
                  <a:lnTo>
                    <a:pt x="3181828" y="4903680"/>
                  </a:lnTo>
                  <a:lnTo>
                    <a:pt x="3183351" y="4904142"/>
                  </a:lnTo>
                  <a:close/>
                </a:path>
                <a:path w="5300345" h="5505450">
                  <a:moveTo>
                    <a:pt x="3145942" y="4961071"/>
                  </a:moveTo>
                  <a:lnTo>
                    <a:pt x="3113085" y="4981026"/>
                  </a:lnTo>
                  <a:lnTo>
                    <a:pt x="3104145" y="4978825"/>
                  </a:lnTo>
                  <a:lnTo>
                    <a:pt x="3095869" y="4965123"/>
                  </a:lnTo>
                  <a:lnTo>
                    <a:pt x="3099226" y="4956389"/>
                  </a:lnTo>
                  <a:lnTo>
                    <a:pt x="3104892" y="4952055"/>
                  </a:lnTo>
                  <a:lnTo>
                    <a:pt x="3183351" y="4904142"/>
                  </a:lnTo>
                  <a:lnTo>
                    <a:pt x="3190970" y="4906455"/>
                  </a:lnTo>
                  <a:lnTo>
                    <a:pt x="3199497" y="4920002"/>
                  </a:lnTo>
                  <a:lnTo>
                    <a:pt x="3197471" y="4928952"/>
                  </a:lnTo>
                  <a:lnTo>
                    <a:pt x="3145942" y="4961071"/>
                  </a:lnTo>
                  <a:close/>
                </a:path>
                <a:path w="5300345" h="5505450">
                  <a:moveTo>
                    <a:pt x="2584024" y="5303611"/>
                  </a:moveTo>
                  <a:lnTo>
                    <a:pt x="2577068" y="5307871"/>
                  </a:lnTo>
                  <a:lnTo>
                    <a:pt x="2558464" y="5318696"/>
                  </a:lnTo>
                  <a:lnTo>
                    <a:pt x="2497788" y="5352996"/>
                  </a:lnTo>
                  <a:lnTo>
                    <a:pt x="2488953" y="5350500"/>
                  </a:lnTo>
                  <a:lnTo>
                    <a:pt x="2481119" y="5336491"/>
                  </a:lnTo>
                  <a:lnTo>
                    <a:pt x="2483544" y="5328164"/>
                  </a:lnTo>
                  <a:lnTo>
                    <a:pt x="2490629" y="5323758"/>
                  </a:lnTo>
                  <a:lnTo>
                    <a:pt x="2543911" y="5293587"/>
                  </a:lnTo>
                  <a:lnTo>
                    <a:pt x="2569283" y="5278783"/>
                  </a:lnTo>
                  <a:lnTo>
                    <a:pt x="2578171" y="5281114"/>
                  </a:lnTo>
                  <a:lnTo>
                    <a:pt x="2586233" y="5294852"/>
                  </a:lnTo>
                  <a:lnTo>
                    <a:pt x="2584024" y="5303611"/>
                  </a:lnTo>
                  <a:close/>
                </a:path>
                <a:path w="5300345" h="5505450">
                  <a:moveTo>
                    <a:pt x="2883364" y="5120008"/>
                  </a:moveTo>
                  <a:lnTo>
                    <a:pt x="2805128" y="5166322"/>
                  </a:lnTo>
                  <a:lnTo>
                    <a:pt x="2796224" y="5164069"/>
                  </a:lnTo>
                  <a:lnTo>
                    <a:pt x="2788085" y="5150345"/>
                  </a:lnTo>
                  <a:lnTo>
                    <a:pt x="2790278" y="5141528"/>
                  </a:lnTo>
                  <a:lnTo>
                    <a:pt x="2797198" y="5137290"/>
                  </a:lnTo>
                  <a:lnTo>
                    <a:pt x="2875446" y="5090969"/>
                  </a:lnTo>
                  <a:lnTo>
                    <a:pt x="2884338" y="5093230"/>
                  </a:lnTo>
                  <a:lnTo>
                    <a:pt x="2892475" y="5106951"/>
                  </a:lnTo>
                  <a:lnTo>
                    <a:pt x="2890282" y="5115769"/>
                  </a:lnTo>
                  <a:lnTo>
                    <a:pt x="2883364" y="5120008"/>
                  </a:lnTo>
                  <a:close/>
                </a:path>
                <a:path w="5300345" h="5505450">
                  <a:moveTo>
                    <a:pt x="4727943" y="3989913"/>
                  </a:moveTo>
                  <a:lnTo>
                    <a:pt x="4720936" y="3994201"/>
                  </a:lnTo>
                  <a:lnTo>
                    <a:pt x="4641661" y="4039058"/>
                  </a:lnTo>
                  <a:lnTo>
                    <a:pt x="4632813" y="4036601"/>
                  </a:lnTo>
                  <a:lnTo>
                    <a:pt x="4624925" y="4022631"/>
                  </a:lnTo>
                  <a:lnTo>
                    <a:pt x="4628219" y="4013803"/>
                  </a:lnTo>
                  <a:lnTo>
                    <a:pt x="4634352" y="4009847"/>
                  </a:lnTo>
                  <a:lnTo>
                    <a:pt x="4713317" y="3965080"/>
                  </a:lnTo>
                  <a:lnTo>
                    <a:pt x="4722193" y="3967453"/>
                  </a:lnTo>
                  <a:lnTo>
                    <a:pt x="4730167" y="3981209"/>
                  </a:lnTo>
                  <a:lnTo>
                    <a:pt x="4727943" y="3989913"/>
                  </a:lnTo>
                  <a:close/>
                </a:path>
                <a:path w="5300345" h="5505450">
                  <a:moveTo>
                    <a:pt x="3802036" y="4556610"/>
                  </a:moveTo>
                  <a:lnTo>
                    <a:pt x="3723610" y="4602642"/>
                  </a:lnTo>
                  <a:lnTo>
                    <a:pt x="3714716" y="4600349"/>
                  </a:lnTo>
                  <a:lnTo>
                    <a:pt x="3706582" y="4586523"/>
                  </a:lnTo>
                  <a:lnTo>
                    <a:pt x="3709279" y="4577829"/>
                  </a:lnTo>
                  <a:lnTo>
                    <a:pt x="3715794" y="4573574"/>
                  </a:lnTo>
                  <a:lnTo>
                    <a:pt x="3794195" y="4527558"/>
                  </a:lnTo>
                  <a:lnTo>
                    <a:pt x="3803089" y="4529850"/>
                  </a:lnTo>
                  <a:lnTo>
                    <a:pt x="3811188" y="4543565"/>
                  </a:lnTo>
                  <a:lnTo>
                    <a:pt x="3808982" y="4552356"/>
                  </a:lnTo>
                  <a:lnTo>
                    <a:pt x="3802036" y="4556610"/>
                  </a:lnTo>
                  <a:close/>
                </a:path>
                <a:path w="5300345" h="5505450">
                  <a:moveTo>
                    <a:pt x="4954778" y="3845958"/>
                  </a:moveTo>
                  <a:lnTo>
                    <a:pt x="4947853" y="3850199"/>
                  </a:lnTo>
                  <a:lnTo>
                    <a:pt x="4939001" y="3848142"/>
                  </a:lnTo>
                  <a:lnTo>
                    <a:pt x="4930504" y="3834644"/>
                  </a:lnTo>
                  <a:lnTo>
                    <a:pt x="4932531" y="3825694"/>
                  </a:lnTo>
                  <a:lnTo>
                    <a:pt x="5009297" y="3777058"/>
                  </a:lnTo>
                  <a:lnTo>
                    <a:pt x="5016088" y="3772634"/>
                  </a:lnTo>
                  <a:lnTo>
                    <a:pt x="5025018" y="3774739"/>
                  </a:lnTo>
                  <a:lnTo>
                    <a:pt x="5033636" y="3788268"/>
                  </a:lnTo>
                  <a:lnTo>
                    <a:pt x="5031635" y="3797233"/>
                  </a:lnTo>
                  <a:lnTo>
                    <a:pt x="4954778" y="3845958"/>
                  </a:lnTo>
                  <a:close/>
                </a:path>
                <a:path w="5300345" h="5505450">
                  <a:moveTo>
                    <a:pt x="5257249" y="3650899"/>
                  </a:moveTo>
                  <a:lnTo>
                    <a:pt x="5250282" y="3655162"/>
                  </a:lnTo>
                  <a:lnTo>
                    <a:pt x="5241686" y="3653384"/>
                  </a:lnTo>
                  <a:lnTo>
                    <a:pt x="5232756" y="3640379"/>
                  </a:lnTo>
                  <a:lnTo>
                    <a:pt x="5234433" y="3631347"/>
                  </a:lnTo>
                  <a:lnTo>
                    <a:pt x="5241050" y="3626828"/>
                  </a:lnTo>
                  <a:lnTo>
                    <a:pt x="5257194" y="3615561"/>
                  </a:lnTo>
                  <a:lnTo>
                    <a:pt x="5266794" y="3608531"/>
                  </a:lnTo>
                  <a:lnTo>
                    <a:pt x="5271526" y="3604793"/>
                  </a:lnTo>
                  <a:lnTo>
                    <a:pt x="5273062" y="3603405"/>
                  </a:lnTo>
                  <a:lnTo>
                    <a:pt x="5278506" y="3597680"/>
                  </a:lnTo>
                  <a:lnTo>
                    <a:pt x="5287575" y="3597110"/>
                  </a:lnTo>
                  <a:lnTo>
                    <a:pt x="5299245" y="3607406"/>
                  </a:lnTo>
                  <a:lnTo>
                    <a:pt x="5300236" y="3615968"/>
                  </a:lnTo>
                  <a:lnTo>
                    <a:pt x="5295314" y="3622006"/>
                  </a:lnTo>
                  <a:lnTo>
                    <a:pt x="5292598" y="3624873"/>
                  </a:lnTo>
                  <a:lnTo>
                    <a:pt x="5286779" y="3629757"/>
                  </a:lnTo>
                  <a:lnTo>
                    <a:pt x="5275763" y="3637950"/>
                  </a:lnTo>
                  <a:lnTo>
                    <a:pt x="5257249" y="3650899"/>
                  </a:lnTo>
                  <a:close/>
                </a:path>
                <a:path w="5300345" h="5505450">
                  <a:moveTo>
                    <a:pt x="61405" y="1887376"/>
                  </a:moveTo>
                  <a:lnTo>
                    <a:pt x="25364" y="1904928"/>
                  </a:lnTo>
                  <a:lnTo>
                    <a:pt x="7390" y="1907927"/>
                  </a:lnTo>
                  <a:lnTo>
                    <a:pt x="632" y="1901716"/>
                  </a:lnTo>
                  <a:lnTo>
                    <a:pt x="0" y="1886253"/>
                  </a:lnTo>
                  <a:lnTo>
                    <a:pt x="5338" y="1879861"/>
                  </a:lnTo>
                  <a:lnTo>
                    <a:pt x="12535" y="1878761"/>
                  </a:lnTo>
                  <a:lnTo>
                    <a:pt x="15019" y="1877805"/>
                  </a:lnTo>
                  <a:lnTo>
                    <a:pt x="20908" y="1875198"/>
                  </a:lnTo>
                  <a:lnTo>
                    <a:pt x="31325" y="1870174"/>
                  </a:lnTo>
                  <a:lnTo>
                    <a:pt x="54491" y="1858266"/>
                  </a:lnTo>
                  <a:lnTo>
                    <a:pt x="63257" y="1861022"/>
                  </a:lnTo>
                  <a:lnTo>
                    <a:pt x="70514" y="1874933"/>
                  </a:lnTo>
                  <a:lnTo>
                    <a:pt x="68147" y="1883244"/>
                  </a:lnTo>
                  <a:lnTo>
                    <a:pt x="61405" y="1887376"/>
                  </a:lnTo>
                  <a:close/>
                </a:path>
                <a:path w="5300345" h="5505450">
                  <a:moveTo>
                    <a:pt x="1839018" y="821528"/>
                  </a:moveTo>
                  <a:lnTo>
                    <a:pt x="1832170" y="825722"/>
                  </a:lnTo>
                  <a:lnTo>
                    <a:pt x="1823258" y="823589"/>
                  </a:lnTo>
                  <a:lnTo>
                    <a:pt x="1814866" y="809939"/>
                  </a:lnTo>
                  <a:lnTo>
                    <a:pt x="1817002" y="801007"/>
                  </a:lnTo>
                  <a:lnTo>
                    <a:pt x="1841426" y="785893"/>
                  </a:lnTo>
                  <a:lnTo>
                    <a:pt x="1893618" y="752643"/>
                  </a:lnTo>
                  <a:lnTo>
                    <a:pt x="1899953" y="747934"/>
                  </a:lnTo>
                  <a:lnTo>
                    <a:pt x="1909320" y="750237"/>
                  </a:lnTo>
                  <a:lnTo>
                    <a:pt x="1918018" y="763714"/>
                  </a:lnTo>
                  <a:lnTo>
                    <a:pt x="1916079" y="772695"/>
                  </a:lnTo>
                  <a:lnTo>
                    <a:pt x="1856751" y="810529"/>
                  </a:lnTo>
                  <a:lnTo>
                    <a:pt x="1839018" y="821528"/>
                  </a:lnTo>
                  <a:close/>
                </a:path>
                <a:path w="5300345" h="5505450">
                  <a:moveTo>
                    <a:pt x="2143424" y="630717"/>
                  </a:moveTo>
                  <a:lnTo>
                    <a:pt x="2136586" y="634904"/>
                  </a:lnTo>
                  <a:lnTo>
                    <a:pt x="2127655" y="632767"/>
                  </a:lnTo>
                  <a:lnTo>
                    <a:pt x="2119286" y="619102"/>
                  </a:lnTo>
                  <a:lnTo>
                    <a:pt x="2121422" y="610170"/>
                  </a:lnTo>
                  <a:lnTo>
                    <a:pt x="2198543" y="562494"/>
                  </a:lnTo>
                  <a:lnTo>
                    <a:pt x="2205211" y="558659"/>
                  </a:lnTo>
                  <a:lnTo>
                    <a:pt x="2214255" y="560163"/>
                  </a:lnTo>
                  <a:lnTo>
                    <a:pt x="2222873" y="573692"/>
                  </a:lnTo>
                  <a:lnTo>
                    <a:pt x="2220893" y="582662"/>
                  </a:lnTo>
                  <a:lnTo>
                    <a:pt x="2214129" y="586970"/>
                  </a:lnTo>
                  <a:lnTo>
                    <a:pt x="2143424" y="630717"/>
                  </a:lnTo>
                  <a:close/>
                </a:path>
                <a:path w="5300345" h="5505450">
                  <a:moveTo>
                    <a:pt x="1301492" y="1145225"/>
                  </a:moveTo>
                  <a:lnTo>
                    <a:pt x="1294667" y="1149404"/>
                  </a:lnTo>
                  <a:lnTo>
                    <a:pt x="1216441" y="1196195"/>
                  </a:lnTo>
                  <a:lnTo>
                    <a:pt x="1207541" y="1193922"/>
                  </a:lnTo>
                  <a:lnTo>
                    <a:pt x="1199429" y="1180185"/>
                  </a:lnTo>
                  <a:lnTo>
                    <a:pt x="1201633" y="1171392"/>
                  </a:lnTo>
                  <a:lnTo>
                    <a:pt x="1208567" y="1167145"/>
                  </a:lnTo>
                  <a:lnTo>
                    <a:pt x="1286130" y="1120628"/>
                  </a:lnTo>
                  <a:lnTo>
                    <a:pt x="1295166" y="1122719"/>
                  </a:lnTo>
                  <a:lnTo>
                    <a:pt x="1303527" y="1136372"/>
                  </a:lnTo>
                  <a:lnTo>
                    <a:pt x="1301492" y="1145225"/>
                  </a:lnTo>
                  <a:close/>
                </a:path>
                <a:path w="5300345" h="5505450">
                  <a:moveTo>
                    <a:pt x="980961" y="1306772"/>
                  </a:moveTo>
                  <a:lnTo>
                    <a:pt x="928012" y="1339197"/>
                  </a:lnTo>
                  <a:lnTo>
                    <a:pt x="972473" y="1311555"/>
                  </a:lnTo>
                  <a:lnTo>
                    <a:pt x="978706" y="1305976"/>
                  </a:lnTo>
                  <a:lnTo>
                    <a:pt x="980961" y="1306772"/>
                  </a:lnTo>
                  <a:close/>
                </a:path>
                <a:path w="5300345" h="5505450">
                  <a:moveTo>
                    <a:pt x="943163" y="1363939"/>
                  </a:moveTo>
                  <a:lnTo>
                    <a:pt x="910353" y="1383916"/>
                  </a:lnTo>
                  <a:lnTo>
                    <a:pt x="901429" y="1381740"/>
                  </a:lnTo>
                  <a:lnTo>
                    <a:pt x="893093" y="1368072"/>
                  </a:lnTo>
                  <a:lnTo>
                    <a:pt x="895256" y="1359157"/>
                  </a:lnTo>
                  <a:lnTo>
                    <a:pt x="980961" y="1306772"/>
                  </a:lnTo>
                  <a:lnTo>
                    <a:pt x="988202" y="1309330"/>
                  </a:lnTo>
                  <a:lnTo>
                    <a:pt x="996741" y="1322890"/>
                  </a:lnTo>
                  <a:lnTo>
                    <a:pt x="994702" y="1331848"/>
                  </a:lnTo>
                  <a:lnTo>
                    <a:pt x="965523" y="1350133"/>
                  </a:lnTo>
                  <a:lnTo>
                    <a:pt x="943163" y="1363939"/>
                  </a:lnTo>
                  <a:close/>
                </a:path>
                <a:path w="5300345" h="5505450">
                  <a:moveTo>
                    <a:pt x="381260" y="1706486"/>
                  </a:moveTo>
                  <a:lnTo>
                    <a:pt x="374304" y="1710746"/>
                  </a:lnTo>
                  <a:lnTo>
                    <a:pt x="355699" y="1721570"/>
                  </a:lnTo>
                  <a:lnTo>
                    <a:pt x="295032" y="1755884"/>
                  </a:lnTo>
                  <a:lnTo>
                    <a:pt x="286189" y="1753376"/>
                  </a:lnTo>
                  <a:lnTo>
                    <a:pt x="278363" y="1739379"/>
                  </a:lnTo>
                  <a:lnTo>
                    <a:pt x="280350" y="1730337"/>
                  </a:lnTo>
                  <a:lnTo>
                    <a:pt x="287872" y="1726646"/>
                  </a:lnTo>
                  <a:lnTo>
                    <a:pt x="341148" y="1696465"/>
                  </a:lnTo>
                  <a:lnTo>
                    <a:pt x="366527" y="1681672"/>
                  </a:lnTo>
                  <a:lnTo>
                    <a:pt x="375407" y="1683991"/>
                  </a:lnTo>
                  <a:lnTo>
                    <a:pt x="383467" y="1697725"/>
                  </a:lnTo>
                  <a:lnTo>
                    <a:pt x="381260" y="1706486"/>
                  </a:lnTo>
                  <a:close/>
                </a:path>
                <a:path w="5300345" h="5505450">
                  <a:moveTo>
                    <a:pt x="687518" y="1518644"/>
                  </a:moveTo>
                  <a:lnTo>
                    <a:pt x="680586" y="1522889"/>
                  </a:lnTo>
                  <a:lnTo>
                    <a:pt x="602355" y="1569183"/>
                  </a:lnTo>
                  <a:lnTo>
                    <a:pt x="593451" y="1566930"/>
                  </a:lnTo>
                  <a:lnTo>
                    <a:pt x="585305" y="1553193"/>
                  </a:lnTo>
                  <a:lnTo>
                    <a:pt x="587505" y="1544388"/>
                  </a:lnTo>
                  <a:lnTo>
                    <a:pt x="594425" y="1540151"/>
                  </a:lnTo>
                  <a:lnTo>
                    <a:pt x="672701" y="1493847"/>
                  </a:lnTo>
                  <a:lnTo>
                    <a:pt x="681587" y="1496128"/>
                  </a:lnTo>
                  <a:lnTo>
                    <a:pt x="689714" y="1509860"/>
                  </a:lnTo>
                  <a:lnTo>
                    <a:pt x="687518" y="1518644"/>
                  </a:lnTo>
                  <a:close/>
                </a:path>
                <a:path w="5300345" h="5505450">
                  <a:moveTo>
                    <a:pt x="2525162" y="392816"/>
                  </a:moveTo>
                  <a:lnTo>
                    <a:pt x="2518168" y="397099"/>
                  </a:lnTo>
                  <a:lnTo>
                    <a:pt x="2438879" y="441932"/>
                  </a:lnTo>
                  <a:lnTo>
                    <a:pt x="2430032" y="439477"/>
                  </a:lnTo>
                  <a:lnTo>
                    <a:pt x="2422150" y="425517"/>
                  </a:lnTo>
                  <a:lnTo>
                    <a:pt x="2424916" y="415798"/>
                  </a:lnTo>
                  <a:lnTo>
                    <a:pt x="2431584" y="412745"/>
                  </a:lnTo>
                  <a:lnTo>
                    <a:pt x="2510561" y="367968"/>
                  </a:lnTo>
                  <a:lnTo>
                    <a:pt x="2519436" y="370341"/>
                  </a:lnTo>
                  <a:lnTo>
                    <a:pt x="2527401" y="384103"/>
                  </a:lnTo>
                  <a:lnTo>
                    <a:pt x="2525162" y="392816"/>
                  </a:lnTo>
                  <a:close/>
                </a:path>
                <a:path w="5300345" h="5505450">
                  <a:moveTo>
                    <a:pt x="1606206" y="955239"/>
                  </a:moveTo>
                  <a:lnTo>
                    <a:pt x="1599259" y="959493"/>
                  </a:lnTo>
                  <a:lnTo>
                    <a:pt x="1520846" y="1005517"/>
                  </a:lnTo>
                  <a:lnTo>
                    <a:pt x="1511964" y="1003217"/>
                  </a:lnTo>
                  <a:lnTo>
                    <a:pt x="1503826" y="989411"/>
                  </a:lnTo>
                  <a:lnTo>
                    <a:pt x="1506841" y="981236"/>
                  </a:lnTo>
                  <a:lnTo>
                    <a:pt x="1513017" y="976457"/>
                  </a:lnTo>
                  <a:lnTo>
                    <a:pt x="1591411" y="930428"/>
                  </a:lnTo>
                  <a:lnTo>
                    <a:pt x="1600305" y="932722"/>
                  </a:lnTo>
                  <a:lnTo>
                    <a:pt x="1608418" y="946458"/>
                  </a:lnTo>
                  <a:lnTo>
                    <a:pt x="1606206" y="955239"/>
                  </a:lnTo>
                  <a:close/>
                </a:path>
                <a:path w="5300345" h="5505450">
                  <a:moveTo>
                    <a:pt x="2752006" y="248821"/>
                  </a:moveTo>
                  <a:lnTo>
                    <a:pt x="2745081" y="253062"/>
                  </a:lnTo>
                  <a:lnTo>
                    <a:pt x="2736230" y="251005"/>
                  </a:lnTo>
                  <a:lnTo>
                    <a:pt x="2727732" y="237507"/>
                  </a:lnTo>
                  <a:lnTo>
                    <a:pt x="2729751" y="228545"/>
                  </a:lnTo>
                  <a:lnTo>
                    <a:pt x="2806518" y="179909"/>
                  </a:lnTo>
                  <a:lnTo>
                    <a:pt x="2813547" y="175223"/>
                  </a:lnTo>
                  <a:lnTo>
                    <a:pt x="2822246" y="177602"/>
                  </a:lnTo>
                  <a:lnTo>
                    <a:pt x="2830849" y="191107"/>
                  </a:lnTo>
                  <a:lnTo>
                    <a:pt x="2828869" y="200076"/>
                  </a:lnTo>
                  <a:lnTo>
                    <a:pt x="2752006" y="248821"/>
                  </a:lnTo>
                  <a:close/>
                </a:path>
                <a:path w="5300345" h="5505450">
                  <a:moveTo>
                    <a:pt x="3054270" y="53906"/>
                  </a:moveTo>
                  <a:lnTo>
                    <a:pt x="3047498" y="58036"/>
                  </a:lnTo>
                  <a:lnTo>
                    <a:pt x="3038919" y="56261"/>
                  </a:lnTo>
                  <a:lnTo>
                    <a:pt x="3029989" y="43256"/>
                  </a:lnTo>
                  <a:lnTo>
                    <a:pt x="3031672" y="34234"/>
                  </a:lnTo>
                  <a:lnTo>
                    <a:pt x="3054434" y="18427"/>
                  </a:lnTo>
                  <a:lnTo>
                    <a:pt x="3064046" y="11395"/>
                  </a:lnTo>
                  <a:lnTo>
                    <a:pt x="3068787" y="7653"/>
                  </a:lnTo>
                  <a:lnTo>
                    <a:pt x="3070333" y="6259"/>
                  </a:lnTo>
                  <a:lnTo>
                    <a:pt x="3075687" y="704"/>
                  </a:lnTo>
                  <a:lnTo>
                    <a:pt x="3084871" y="0"/>
                  </a:lnTo>
                  <a:lnTo>
                    <a:pt x="3096519" y="10344"/>
                  </a:lnTo>
                  <a:lnTo>
                    <a:pt x="3097478" y="18908"/>
                  </a:lnTo>
                  <a:lnTo>
                    <a:pt x="3092528" y="24929"/>
                  </a:lnTo>
                  <a:lnTo>
                    <a:pt x="3090456" y="27186"/>
                  </a:lnTo>
                  <a:lnTo>
                    <a:pt x="3085196" y="31693"/>
                  </a:lnTo>
                  <a:lnTo>
                    <a:pt x="3074144" y="39992"/>
                  </a:lnTo>
                  <a:lnTo>
                    <a:pt x="3054695" y="53629"/>
                  </a:lnTo>
                  <a:lnTo>
                    <a:pt x="3054270" y="53906"/>
                  </a:lnTo>
                  <a:close/>
                </a:path>
                <a:path w="5300345" h="5505450">
                  <a:moveTo>
                    <a:pt x="618691" y="2788284"/>
                  </a:moveTo>
                  <a:lnTo>
                    <a:pt x="577344" y="2810725"/>
                  </a:lnTo>
                  <a:lnTo>
                    <a:pt x="558482" y="2814372"/>
                  </a:lnTo>
                  <a:lnTo>
                    <a:pt x="551682" y="2808205"/>
                  </a:lnTo>
                  <a:lnTo>
                    <a:pt x="550963" y="2792845"/>
                  </a:lnTo>
                  <a:lnTo>
                    <a:pt x="556165" y="2786503"/>
                  </a:lnTo>
                  <a:lnTo>
                    <a:pt x="563177" y="2785234"/>
                  </a:lnTo>
                  <a:lnTo>
                    <a:pt x="565811" y="2784101"/>
                  </a:lnTo>
                  <a:lnTo>
                    <a:pt x="571605" y="2781258"/>
                  </a:lnTo>
                  <a:lnTo>
                    <a:pt x="581750" y="2775918"/>
                  </a:lnTo>
                  <a:lnTo>
                    <a:pt x="604431" y="2763393"/>
                  </a:lnTo>
                  <a:lnTo>
                    <a:pt x="613267" y="2765889"/>
                  </a:lnTo>
                  <a:lnTo>
                    <a:pt x="620978" y="2779705"/>
                  </a:lnTo>
                  <a:lnTo>
                    <a:pt x="618691" y="2788284"/>
                  </a:lnTo>
                  <a:close/>
                </a:path>
                <a:path w="5300345" h="5505450">
                  <a:moveTo>
                    <a:pt x="2388833" y="1720084"/>
                  </a:moveTo>
                  <a:lnTo>
                    <a:pt x="2381983" y="1724279"/>
                  </a:lnTo>
                  <a:lnTo>
                    <a:pt x="2373071" y="1722147"/>
                  </a:lnTo>
                  <a:lnTo>
                    <a:pt x="2364678" y="1708496"/>
                  </a:lnTo>
                  <a:lnTo>
                    <a:pt x="2366814" y="1699564"/>
                  </a:lnTo>
                  <a:lnTo>
                    <a:pt x="2373632" y="1695372"/>
                  </a:lnTo>
                  <a:lnTo>
                    <a:pt x="2391783" y="1683943"/>
                  </a:lnTo>
                  <a:lnTo>
                    <a:pt x="2409478" y="1672345"/>
                  </a:lnTo>
                  <a:lnTo>
                    <a:pt x="2448683" y="1645674"/>
                  </a:lnTo>
                  <a:lnTo>
                    <a:pt x="2457868" y="1647109"/>
                  </a:lnTo>
                  <a:lnTo>
                    <a:pt x="2466981" y="1660284"/>
                  </a:lnTo>
                  <a:lnTo>
                    <a:pt x="2465346" y="1669328"/>
                  </a:lnTo>
                  <a:lnTo>
                    <a:pt x="2425430" y="1696576"/>
                  </a:lnTo>
                  <a:lnTo>
                    <a:pt x="2407388" y="1708402"/>
                  </a:lnTo>
                  <a:lnTo>
                    <a:pt x="2388833" y="1720084"/>
                  </a:lnTo>
                  <a:close/>
                </a:path>
                <a:path w="5300345" h="5505450">
                  <a:moveTo>
                    <a:pt x="2081407" y="1906485"/>
                  </a:moveTo>
                  <a:lnTo>
                    <a:pt x="2074460" y="1910739"/>
                  </a:lnTo>
                  <a:lnTo>
                    <a:pt x="2065641" y="1908730"/>
                  </a:lnTo>
                  <a:lnTo>
                    <a:pt x="2057076" y="1895287"/>
                  </a:lnTo>
                  <a:lnTo>
                    <a:pt x="2059056" y="1886317"/>
                  </a:lnTo>
                  <a:lnTo>
                    <a:pt x="2135716" y="1837213"/>
                  </a:lnTo>
                  <a:lnTo>
                    <a:pt x="2143654" y="1832434"/>
                  </a:lnTo>
                  <a:lnTo>
                    <a:pt x="2151449" y="1834886"/>
                  </a:lnTo>
                  <a:lnTo>
                    <a:pt x="2160059" y="1848403"/>
                  </a:lnTo>
                  <a:lnTo>
                    <a:pt x="2158071" y="1857360"/>
                  </a:lnTo>
                  <a:lnTo>
                    <a:pt x="2081407" y="1906485"/>
                  </a:lnTo>
                  <a:close/>
                </a:path>
                <a:path w="5300345" h="5505450">
                  <a:moveTo>
                    <a:pt x="1230536" y="2425575"/>
                  </a:moveTo>
                  <a:lnTo>
                    <a:pt x="1150720" y="2469498"/>
                  </a:lnTo>
                  <a:lnTo>
                    <a:pt x="1141878" y="2467024"/>
                  </a:lnTo>
                  <a:lnTo>
                    <a:pt x="1134019" y="2453046"/>
                  </a:lnTo>
                  <a:lnTo>
                    <a:pt x="1136454" y="2444030"/>
                  </a:lnTo>
                  <a:lnTo>
                    <a:pt x="1143481" y="2440291"/>
                  </a:lnTo>
                  <a:lnTo>
                    <a:pt x="1223406" y="2396379"/>
                  </a:lnTo>
                  <a:lnTo>
                    <a:pt x="1232224" y="2398954"/>
                  </a:lnTo>
                  <a:lnTo>
                    <a:pt x="1239805" y="2412799"/>
                  </a:lnTo>
                  <a:lnTo>
                    <a:pt x="1237504" y="2421301"/>
                  </a:lnTo>
                  <a:lnTo>
                    <a:pt x="1230536" y="2425575"/>
                  </a:lnTo>
                  <a:close/>
                </a:path>
                <a:path w="5300345" h="5505450">
                  <a:moveTo>
                    <a:pt x="2734538" y="1500214"/>
                  </a:moveTo>
                  <a:lnTo>
                    <a:pt x="2732121" y="1501694"/>
                  </a:lnTo>
                  <a:lnTo>
                    <a:pt x="2684708" y="1530313"/>
                  </a:lnTo>
                  <a:lnTo>
                    <a:pt x="2675798" y="1528077"/>
                  </a:lnTo>
                  <a:lnTo>
                    <a:pt x="2667604" y="1514374"/>
                  </a:lnTo>
                  <a:lnTo>
                    <a:pt x="2669781" y="1505532"/>
                  </a:lnTo>
                  <a:lnTo>
                    <a:pt x="2676678" y="1501308"/>
                  </a:lnTo>
                  <a:lnTo>
                    <a:pt x="2754435" y="1454046"/>
                  </a:lnTo>
                  <a:lnTo>
                    <a:pt x="2763277" y="1456201"/>
                  </a:lnTo>
                  <a:lnTo>
                    <a:pt x="2771612" y="1469870"/>
                  </a:lnTo>
                  <a:lnTo>
                    <a:pt x="2769449" y="1478784"/>
                  </a:lnTo>
                  <a:lnTo>
                    <a:pt x="2734538" y="1500214"/>
                  </a:lnTo>
                  <a:close/>
                </a:path>
                <a:path w="5300345" h="5505450">
                  <a:moveTo>
                    <a:pt x="2754435" y="1454046"/>
                  </a:moveTo>
                  <a:lnTo>
                    <a:pt x="2708796" y="1481994"/>
                  </a:lnTo>
                  <a:lnTo>
                    <a:pt x="2747509" y="1458199"/>
                  </a:lnTo>
                  <a:lnTo>
                    <a:pt x="2754352" y="1454025"/>
                  </a:lnTo>
                  <a:close/>
                </a:path>
                <a:path w="5300345" h="5505450">
                  <a:moveTo>
                    <a:pt x="3305553" y="1150461"/>
                  </a:moveTo>
                  <a:lnTo>
                    <a:pt x="3298681" y="1154669"/>
                  </a:lnTo>
                  <a:lnTo>
                    <a:pt x="3289790" y="1152571"/>
                  </a:lnTo>
                  <a:lnTo>
                    <a:pt x="3281348" y="1139002"/>
                  </a:lnTo>
                  <a:lnTo>
                    <a:pt x="3283426" y="1130058"/>
                  </a:lnTo>
                  <a:lnTo>
                    <a:pt x="3334317" y="1098625"/>
                  </a:lnTo>
                  <a:lnTo>
                    <a:pt x="3367922" y="1078098"/>
                  </a:lnTo>
                  <a:lnTo>
                    <a:pt x="3376849" y="1080255"/>
                  </a:lnTo>
                  <a:lnTo>
                    <a:pt x="3385185" y="1093923"/>
                  </a:lnTo>
                  <a:lnTo>
                    <a:pt x="3383051" y="1102803"/>
                  </a:lnTo>
                  <a:lnTo>
                    <a:pt x="3349468" y="1123368"/>
                  </a:lnTo>
                  <a:lnTo>
                    <a:pt x="3305553" y="1150461"/>
                  </a:lnTo>
                  <a:close/>
                </a:path>
                <a:path w="5300345" h="5505450">
                  <a:moveTo>
                    <a:pt x="3383041" y="1102843"/>
                  </a:moveTo>
                  <a:lnTo>
                    <a:pt x="3349468" y="1123368"/>
                  </a:lnTo>
                  <a:lnTo>
                    <a:pt x="3383051" y="1102803"/>
                  </a:lnTo>
                  <a:close/>
                </a:path>
                <a:path w="5300345" h="5505450">
                  <a:moveTo>
                    <a:pt x="2998648" y="1337818"/>
                  </a:moveTo>
                  <a:lnTo>
                    <a:pt x="2991677" y="1342087"/>
                  </a:lnTo>
                  <a:lnTo>
                    <a:pt x="2982867" y="1340092"/>
                  </a:lnTo>
                  <a:lnTo>
                    <a:pt x="2974283" y="1326675"/>
                  </a:lnTo>
                  <a:lnTo>
                    <a:pt x="2976251" y="1317713"/>
                  </a:lnTo>
                  <a:lnTo>
                    <a:pt x="3052960" y="1268578"/>
                  </a:lnTo>
                  <a:lnTo>
                    <a:pt x="3059702" y="1263668"/>
                  </a:lnTo>
                  <a:lnTo>
                    <a:pt x="3068688" y="1266272"/>
                  </a:lnTo>
                  <a:lnTo>
                    <a:pt x="3077299" y="1279789"/>
                  </a:lnTo>
                  <a:lnTo>
                    <a:pt x="3075298" y="1288753"/>
                  </a:lnTo>
                  <a:lnTo>
                    <a:pt x="2998648" y="1337818"/>
                  </a:lnTo>
                  <a:close/>
                </a:path>
                <a:path w="5300345" h="5505450">
                  <a:moveTo>
                    <a:pt x="928518" y="2605016"/>
                  </a:moveTo>
                  <a:lnTo>
                    <a:pt x="921631" y="2609234"/>
                  </a:lnTo>
                  <a:lnTo>
                    <a:pt x="843787" y="2656321"/>
                  </a:lnTo>
                  <a:lnTo>
                    <a:pt x="834867" y="2654125"/>
                  </a:lnTo>
                  <a:lnTo>
                    <a:pt x="826565" y="2640457"/>
                  </a:lnTo>
                  <a:lnTo>
                    <a:pt x="828723" y="2631559"/>
                  </a:lnTo>
                  <a:lnTo>
                    <a:pt x="835585" y="2627357"/>
                  </a:lnTo>
                  <a:lnTo>
                    <a:pt x="913572" y="2580230"/>
                  </a:lnTo>
                  <a:lnTo>
                    <a:pt x="922479" y="2582467"/>
                  </a:lnTo>
                  <a:lnTo>
                    <a:pt x="930698" y="2596156"/>
                  </a:lnTo>
                  <a:lnTo>
                    <a:pt x="928518" y="2605016"/>
                  </a:lnTo>
                  <a:close/>
                </a:path>
                <a:path w="5300345" h="5505450">
                  <a:moveTo>
                    <a:pt x="1771180" y="2088963"/>
                  </a:moveTo>
                  <a:lnTo>
                    <a:pt x="1764321" y="2093164"/>
                  </a:lnTo>
                  <a:lnTo>
                    <a:pt x="1755416" y="2091043"/>
                  </a:lnTo>
                  <a:lnTo>
                    <a:pt x="1747006" y="2077421"/>
                  </a:lnTo>
                  <a:lnTo>
                    <a:pt x="1749122" y="2068484"/>
                  </a:lnTo>
                  <a:lnTo>
                    <a:pt x="1814194" y="2028418"/>
                  </a:lnTo>
                  <a:lnTo>
                    <a:pt x="1833554" y="2016579"/>
                  </a:lnTo>
                  <a:lnTo>
                    <a:pt x="1842474" y="2018725"/>
                  </a:lnTo>
                  <a:lnTo>
                    <a:pt x="1850850" y="2032402"/>
                  </a:lnTo>
                  <a:lnTo>
                    <a:pt x="1848706" y="2041322"/>
                  </a:lnTo>
                  <a:lnTo>
                    <a:pt x="1771180" y="2088963"/>
                  </a:lnTo>
                  <a:close/>
                </a:path>
                <a:path w="5300345" h="5505450">
                  <a:moveTo>
                    <a:pt x="1457673" y="2280615"/>
                  </a:moveTo>
                  <a:lnTo>
                    <a:pt x="1448387" y="2278442"/>
                  </a:lnTo>
                  <a:lnTo>
                    <a:pt x="1439786" y="2264940"/>
                  </a:lnTo>
                  <a:lnTo>
                    <a:pt x="1441786" y="2255976"/>
                  </a:lnTo>
                  <a:lnTo>
                    <a:pt x="1458324" y="2245498"/>
                  </a:lnTo>
                  <a:lnTo>
                    <a:pt x="1463289" y="2242458"/>
                  </a:lnTo>
                  <a:lnTo>
                    <a:pt x="1526582" y="2204127"/>
                  </a:lnTo>
                  <a:lnTo>
                    <a:pt x="1535482" y="2206339"/>
                  </a:lnTo>
                  <a:lnTo>
                    <a:pt x="1543770" y="2220053"/>
                  </a:lnTo>
                  <a:lnTo>
                    <a:pt x="1541714" y="2228454"/>
                  </a:lnTo>
                  <a:lnTo>
                    <a:pt x="1473621" y="2270151"/>
                  </a:lnTo>
                  <a:lnTo>
                    <a:pt x="1464124" y="2276151"/>
                  </a:lnTo>
                  <a:lnTo>
                    <a:pt x="1457673" y="2280615"/>
                  </a:lnTo>
                  <a:close/>
                </a:path>
                <a:path w="5300345" h="5505450">
                  <a:moveTo>
                    <a:pt x="1541604" y="2228902"/>
                  </a:moveTo>
                  <a:lnTo>
                    <a:pt x="1534731" y="2233110"/>
                  </a:lnTo>
                  <a:lnTo>
                    <a:pt x="1478440" y="2267200"/>
                  </a:lnTo>
                  <a:lnTo>
                    <a:pt x="1541714" y="2228454"/>
                  </a:lnTo>
                  <a:lnTo>
                    <a:pt x="1541604" y="2228902"/>
                  </a:lnTo>
                  <a:close/>
                </a:path>
                <a:path w="5300345" h="5505450">
                  <a:moveTo>
                    <a:pt x="3609468" y="956943"/>
                  </a:moveTo>
                  <a:lnTo>
                    <a:pt x="3602726" y="961072"/>
                  </a:lnTo>
                  <a:lnTo>
                    <a:pt x="3594179" y="959345"/>
                  </a:lnTo>
                  <a:lnTo>
                    <a:pt x="3585173" y="946455"/>
                  </a:lnTo>
                  <a:lnTo>
                    <a:pt x="3586780" y="937415"/>
                  </a:lnTo>
                  <a:lnTo>
                    <a:pt x="3609646" y="921229"/>
                  </a:lnTo>
                  <a:lnTo>
                    <a:pt x="3619246" y="914045"/>
                  </a:lnTo>
                  <a:lnTo>
                    <a:pt x="3623867" y="910308"/>
                  </a:lnTo>
                  <a:lnTo>
                    <a:pt x="3625233" y="909050"/>
                  </a:lnTo>
                  <a:lnTo>
                    <a:pt x="3630602" y="903469"/>
                  </a:lnTo>
                  <a:lnTo>
                    <a:pt x="3639736" y="902710"/>
                  </a:lnTo>
                  <a:lnTo>
                    <a:pt x="3651457" y="913006"/>
                  </a:lnTo>
                  <a:lnTo>
                    <a:pt x="3652426" y="921615"/>
                  </a:lnTo>
                  <a:lnTo>
                    <a:pt x="3647491" y="927661"/>
                  </a:lnTo>
                  <a:lnTo>
                    <a:pt x="3645461" y="929879"/>
                  </a:lnTo>
                  <a:lnTo>
                    <a:pt x="3640218" y="934437"/>
                  </a:lnTo>
                  <a:lnTo>
                    <a:pt x="3629229" y="942844"/>
                  </a:lnTo>
                  <a:lnTo>
                    <a:pt x="3609960" y="956608"/>
                  </a:lnTo>
                  <a:lnTo>
                    <a:pt x="3609468" y="956943"/>
                  </a:lnTo>
                  <a:close/>
                </a:path>
                <a:path w="5300345" h="5505450">
                  <a:moveTo>
                    <a:pt x="4756073" y="2741990"/>
                  </a:moveTo>
                  <a:lnTo>
                    <a:pt x="4750128" y="2745631"/>
                  </a:lnTo>
                  <a:lnTo>
                    <a:pt x="4748335" y="2746313"/>
                  </a:lnTo>
                  <a:lnTo>
                    <a:pt x="4746409" y="2746612"/>
                  </a:lnTo>
                  <a:lnTo>
                    <a:pt x="4743923" y="2747568"/>
                  </a:lnTo>
                  <a:lnTo>
                    <a:pt x="4738032" y="2750176"/>
                  </a:lnTo>
                  <a:lnTo>
                    <a:pt x="4727609" y="2755205"/>
                  </a:lnTo>
                  <a:lnTo>
                    <a:pt x="4704428" y="2767121"/>
                  </a:lnTo>
                  <a:lnTo>
                    <a:pt x="4695662" y="2764365"/>
                  </a:lnTo>
                  <a:lnTo>
                    <a:pt x="4688253" y="2750150"/>
                  </a:lnTo>
                  <a:lnTo>
                    <a:pt x="4691203" y="2741430"/>
                  </a:lnTo>
                  <a:lnTo>
                    <a:pt x="4698098" y="2737691"/>
                  </a:lnTo>
                  <a:lnTo>
                    <a:pt x="4733535" y="2720467"/>
                  </a:lnTo>
                  <a:lnTo>
                    <a:pt x="4751505" y="2717445"/>
                  </a:lnTo>
                  <a:lnTo>
                    <a:pt x="4758289" y="2723640"/>
                  </a:lnTo>
                  <a:lnTo>
                    <a:pt x="4758875" y="2737101"/>
                  </a:lnTo>
                  <a:lnTo>
                    <a:pt x="4756073" y="2741990"/>
                  </a:lnTo>
                  <a:close/>
                </a:path>
                <a:path w="5300345" h="5505450">
                  <a:moveTo>
                    <a:pt x="1952400" y="4445483"/>
                  </a:moveTo>
                  <a:lnTo>
                    <a:pt x="1945458" y="4449734"/>
                  </a:lnTo>
                  <a:lnTo>
                    <a:pt x="1936632" y="4447713"/>
                  </a:lnTo>
                  <a:lnTo>
                    <a:pt x="1928074" y="4434282"/>
                  </a:lnTo>
                  <a:lnTo>
                    <a:pt x="1930054" y="4425313"/>
                  </a:lnTo>
                  <a:lnTo>
                    <a:pt x="2006917" y="4376567"/>
                  </a:lnTo>
                  <a:lnTo>
                    <a:pt x="2013836" y="4372330"/>
                  </a:lnTo>
                  <a:lnTo>
                    <a:pt x="2022688" y="4374387"/>
                  </a:lnTo>
                  <a:lnTo>
                    <a:pt x="2031186" y="4387885"/>
                  </a:lnTo>
                  <a:lnTo>
                    <a:pt x="2029166" y="4396847"/>
                  </a:lnTo>
                  <a:lnTo>
                    <a:pt x="1952400" y="4445483"/>
                  </a:lnTo>
                  <a:close/>
                </a:path>
                <a:path w="5300345" h="5505450">
                  <a:moveTo>
                    <a:pt x="2334388" y="4208341"/>
                  </a:moveTo>
                  <a:lnTo>
                    <a:pt x="2327466" y="4212579"/>
                  </a:lnTo>
                  <a:lnTo>
                    <a:pt x="2248368" y="4257430"/>
                  </a:lnTo>
                  <a:lnTo>
                    <a:pt x="2239501" y="4255069"/>
                  </a:lnTo>
                  <a:lnTo>
                    <a:pt x="2231449" y="4241194"/>
                  </a:lnTo>
                  <a:lnTo>
                    <a:pt x="2232791" y="4232615"/>
                  </a:lnTo>
                  <a:lnTo>
                    <a:pt x="2240749" y="4228307"/>
                  </a:lnTo>
                  <a:lnTo>
                    <a:pt x="2320019" y="4183470"/>
                  </a:lnTo>
                  <a:lnTo>
                    <a:pt x="2328866" y="4185925"/>
                  </a:lnTo>
                  <a:lnTo>
                    <a:pt x="2336664" y="4199720"/>
                  </a:lnTo>
                  <a:lnTo>
                    <a:pt x="2334388" y="4208341"/>
                  </a:lnTo>
                  <a:close/>
                </a:path>
                <a:path w="5300345" h="5505450">
                  <a:moveTo>
                    <a:pt x="4471223" y="2898651"/>
                  </a:moveTo>
                  <a:lnTo>
                    <a:pt x="4453668" y="2908478"/>
                  </a:lnTo>
                  <a:lnTo>
                    <a:pt x="4392380" y="2943724"/>
                  </a:lnTo>
                  <a:lnTo>
                    <a:pt x="4383500" y="2941405"/>
                  </a:lnTo>
                  <a:lnTo>
                    <a:pt x="4375388" y="2927586"/>
                  </a:lnTo>
                  <a:lnTo>
                    <a:pt x="4378028" y="2918876"/>
                  </a:lnTo>
                  <a:lnTo>
                    <a:pt x="4384605" y="2914648"/>
                  </a:lnTo>
                  <a:lnTo>
                    <a:pt x="4439393" y="2883227"/>
                  </a:lnTo>
                  <a:lnTo>
                    <a:pt x="4463898" y="2869514"/>
                  </a:lnTo>
                  <a:lnTo>
                    <a:pt x="4472733" y="2872010"/>
                  </a:lnTo>
                  <a:lnTo>
                    <a:pt x="4480447" y="2885824"/>
                  </a:lnTo>
                  <a:lnTo>
                    <a:pt x="4478158" y="2894401"/>
                  </a:lnTo>
                  <a:lnTo>
                    <a:pt x="4471223" y="2898651"/>
                  </a:lnTo>
                  <a:close/>
                </a:path>
                <a:path w="5300345" h="5505450">
                  <a:moveTo>
                    <a:pt x="3252849" y="3644676"/>
                  </a:moveTo>
                  <a:lnTo>
                    <a:pt x="3245902" y="3648930"/>
                  </a:lnTo>
                  <a:lnTo>
                    <a:pt x="3167496" y="3694967"/>
                  </a:lnTo>
                  <a:lnTo>
                    <a:pt x="3158602" y="3692674"/>
                  </a:lnTo>
                  <a:lnTo>
                    <a:pt x="3150490" y="3678937"/>
                  </a:lnTo>
                  <a:lnTo>
                    <a:pt x="3152701" y="3670156"/>
                  </a:lnTo>
                  <a:lnTo>
                    <a:pt x="3159648" y="3665902"/>
                  </a:lnTo>
                  <a:lnTo>
                    <a:pt x="3238073" y="3619870"/>
                  </a:lnTo>
                  <a:lnTo>
                    <a:pt x="3246955" y="3622171"/>
                  </a:lnTo>
                  <a:lnTo>
                    <a:pt x="3255048" y="3635903"/>
                  </a:lnTo>
                  <a:lnTo>
                    <a:pt x="3252849" y="3644676"/>
                  </a:lnTo>
                  <a:close/>
                </a:path>
                <a:path w="5300345" h="5505450">
                  <a:moveTo>
                    <a:pt x="4164482" y="3085210"/>
                  </a:moveTo>
                  <a:lnTo>
                    <a:pt x="4086234" y="3131532"/>
                  </a:lnTo>
                  <a:lnTo>
                    <a:pt x="4077334" y="3129258"/>
                  </a:lnTo>
                  <a:lnTo>
                    <a:pt x="4069159" y="3115475"/>
                  </a:lnTo>
                  <a:lnTo>
                    <a:pt x="4070419" y="3106712"/>
                  </a:lnTo>
                  <a:lnTo>
                    <a:pt x="4078328" y="3102485"/>
                  </a:lnTo>
                  <a:lnTo>
                    <a:pt x="4156551" y="3056178"/>
                  </a:lnTo>
                  <a:lnTo>
                    <a:pt x="4165455" y="3058432"/>
                  </a:lnTo>
                  <a:lnTo>
                    <a:pt x="4173600" y="3072166"/>
                  </a:lnTo>
                  <a:lnTo>
                    <a:pt x="4171400" y="3080970"/>
                  </a:lnTo>
                  <a:lnTo>
                    <a:pt x="4164482" y="3085210"/>
                  </a:lnTo>
                  <a:close/>
                </a:path>
                <a:path w="5300345" h="5505450">
                  <a:moveTo>
                    <a:pt x="3786435" y="3313840"/>
                  </a:moveTo>
                  <a:lnTo>
                    <a:pt x="3779530" y="3318068"/>
                  </a:lnTo>
                  <a:lnTo>
                    <a:pt x="3770680" y="3316013"/>
                  </a:lnTo>
                  <a:lnTo>
                    <a:pt x="3762171" y="3302502"/>
                  </a:lnTo>
                  <a:lnTo>
                    <a:pt x="3764210" y="3293544"/>
                  </a:lnTo>
                  <a:lnTo>
                    <a:pt x="3793399" y="3275253"/>
                  </a:lnTo>
                  <a:lnTo>
                    <a:pt x="3815758" y="3261447"/>
                  </a:lnTo>
                  <a:lnTo>
                    <a:pt x="3848579" y="3241464"/>
                  </a:lnTo>
                  <a:lnTo>
                    <a:pt x="3857504" y="3243640"/>
                  </a:lnTo>
                  <a:lnTo>
                    <a:pt x="3865839" y="3257308"/>
                  </a:lnTo>
                  <a:lnTo>
                    <a:pt x="3863704" y="3266107"/>
                  </a:lnTo>
                  <a:lnTo>
                    <a:pt x="3830908" y="3286191"/>
                  </a:lnTo>
                  <a:lnTo>
                    <a:pt x="3786435" y="3313840"/>
                  </a:lnTo>
                  <a:close/>
                </a:path>
                <a:path w="5300345" h="5505450">
                  <a:moveTo>
                    <a:pt x="3863676" y="3266223"/>
                  </a:moveTo>
                  <a:lnTo>
                    <a:pt x="3856838" y="3270410"/>
                  </a:lnTo>
                  <a:lnTo>
                    <a:pt x="3830908" y="3286191"/>
                  </a:lnTo>
                  <a:lnTo>
                    <a:pt x="3863704" y="3266107"/>
                  </a:lnTo>
                  <a:close/>
                </a:path>
                <a:path w="5300345" h="5505450">
                  <a:moveTo>
                    <a:pt x="3550353" y="3458242"/>
                  </a:moveTo>
                  <a:lnTo>
                    <a:pt x="3472801" y="3504752"/>
                  </a:lnTo>
                  <a:lnTo>
                    <a:pt x="3463753" y="3502669"/>
                  </a:lnTo>
                  <a:lnTo>
                    <a:pt x="3455405" y="3489009"/>
                  </a:lnTo>
                  <a:lnTo>
                    <a:pt x="3457427" y="3480163"/>
                  </a:lnTo>
                  <a:lnTo>
                    <a:pt x="3464253" y="3475983"/>
                  </a:lnTo>
                  <a:lnTo>
                    <a:pt x="3542479" y="3429192"/>
                  </a:lnTo>
                  <a:lnTo>
                    <a:pt x="3551378" y="3431466"/>
                  </a:lnTo>
                  <a:lnTo>
                    <a:pt x="3559491" y="3445202"/>
                  </a:lnTo>
                  <a:lnTo>
                    <a:pt x="3557287" y="3453995"/>
                  </a:lnTo>
                  <a:lnTo>
                    <a:pt x="3550353" y="3458242"/>
                  </a:lnTo>
                  <a:close/>
                </a:path>
                <a:path w="5300345" h="5505450">
                  <a:moveTo>
                    <a:pt x="2560377" y="4062893"/>
                  </a:moveTo>
                  <a:lnTo>
                    <a:pt x="2553430" y="4067147"/>
                  </a:lnTo>
                  <a:lnTo>
                    <a:pt x="2544611" y="4065138"/>
                  </a:lnTo>
                  <a:lnTo>
                    <a:pt x="2536046" y="4051695"/>
                  </a:lnTo>
                  <a:lnTo>
                    <a:pt x="2538026" y="4042726"/>
                  </a:lnTo>
                  <a:lnTo>
                    <a:pt x="2544790" y="4038417"/>
                  </a:lnTo>
                  <a:lnTo>
                    <a:pt x="2615508" y="3994663"/>
                  </a:lnTo>
                  <a:lnTo>
                    <a:pt x="2622346" y="3990476"/>
                  </a:lnTo>
                  <a:lnTo>
                    <a:pt x="2631277" y="3992613"/>
                  </a:lnTo>
                  <a:lnTo>
                    <a:pt x="2639645" y="4006278"/>
                  </a:lnTo>
                  <a:lnTo>
                    <a:pt x="2637510" y="4015211"/>
                  </a:lnTo>
                  <a:lnTo>
                    <a:pt x="2630684" y="4019390"/>
                  </a:lnTo>
                  <a:lnTo>
                    <a:pt x="2560377" y="4062893"/>
                  </a:lnTo>
                  <a:close/>
                </a:path>
                <a:path w="5300345" h="5505450">
                  <a:moveTo>
                    <a:pt x="2865306" y="3872742"/>
                  </a:moveTo>
                  <a:lnTo>
                    <a:pt x="2858310" y="3877026"/>
                  </a:lnTo>
                  <a:lnTo>
                    <a:pt x="2849524" y="3875048"/>
                  </a:lnTo>
                  <a:lnTo>
                    <a:pt x="2840904" y="3861672"/>
                  </a:lnTo>
                  <a:lnTo>
                    <a:pt x="2842843" y="3852691"/>
                  </a:lnTo>
                  <a:lnTo>
                    <a:pt x="2919897" y="3803846"/>
                  </a:lnTo>
                  <a:lnTo>
                    <a:pt x="2927139" y="3799775"/>
                  </a:lnTo>
                  <a:lnTo>
                    <a:pt x="2935651" y="3801771"/>
                  </a:lnTo>
                  <a:lnTo>
                    <a:pt x="2944044" y="3815422"/>
                  </a:lnTo>
                  <a:lnTo>
                    <a:pt x="2941928" y="3824358"/>
                  </a:lnTo>
                  <a:lnTo>
                    <a:pt x="2900010" y="3850512"/>
                  </a:lnTo>
                  <a:lnTo>
                    <a:pt x="2865306" y="3872742"/>
                  </a:lnTo>
                  <a:close/>
                </a:path>
                <a:path w="5300345" h="5505450">
                  <a:moveTo>
                    <a:pt x="1680237" y="4624806"/>
                  </a:moveTo>
                  <a:lnTo>
                    <a:pt x="1673099" y="4624543"/>
                  </a:lnTo>
                  <a:lnTo>
                    <a:pt x="1662401" y="4615044"/>
                  </a:lnTo>
                  <a:lnTo>
                    <a:pt x="1661442" y="4606479"/>
                  </a:lnTo>
                  <a:lnTo>
                    <a:pt x="1666392" y="4600458"/>
                  </a:lnTo>
                  <a:lnTo>
                    <a:pt x="1668473" y="4598193"/>
                  </a:lnTo>
                  <a:lnTo>
                    <a:pt x="1673737" y="4593678"/>
                  </a:lnTo>
                  <a:lnTo>
                    <a:pt x="1684785" y="4585374"/>
                  </a:lnTo>
                  <a:lnTo>
                    <a:pt x="1704217" y="4571746"/>
                  </a:lnTo>
                  <a:lnTo>
                    <a:pt x="1710533" y="4566980"/>
                  </a:lnTo>
                  <a:lnTo>
                    <a:pt x="1719829" y="4568895"/>
                  </a:lnTo>
                  <a:lnTo>
                    <a:pt x="1728922" y="4582117"/>
                  </a:lnTo>
                  <a:lnTo>
                    <a:pt x="1727239" y="4591138"/>
                  </a:lnTo>
                  <a:lnTo>
                    <a:pt x="1704495" y="4606937"/>
                  </a:lnTo>
                  <a:lnTo>
                    <a:pt x="1694887" y="4613973"/>
                  </a:lnTo>
                  <a:lnTo>
                    <a:pt x="1690140" y="4617724"/>
                  </a:lnTo>
                  <a:lnTo>
                    <a:pt x="1688586" y="4619126"/>
                  </a:lnTo>
                  <a:lnTo>
                    <a:pt x="1687693" y="4620057"/>
                  </a:lnTo>
                  <a:lnTo>
                    <a:pt x="1686687" y="4620853"/>
                  </a:lnTo>
                  <a:lnTo>
                    <a:pt x="1680237" y="4624806"/>
                  </a:lnTo>
                  <a:close/>
                </a:path>
                <a:path w="5300345" h="5505450">
                  <a:moveTo>
                    <a:pt x="4199202" y="1839182"/>
                  </a:moveTo>
                  <a:lnTo>
                    <a:pt x="4197530" y="1839839"/>
                  </a:lnTo>
                  <a:lnTo>
                    <a:pt x="4195733" y="1840160"/>
                  </a:lnTo>
                  <a:lnTo>
                    <a:pt x="4193099" y="1841292"/>
                  </a:lnTo>
                  <a:lnTo>
                    <a:pt x="4187307" y="1844135"/>
                  </a:lnTo>
                  <a:lnTo>
                    <a:pt x="4177165" y="1849473"/>
                  </a:lnTo>
                  <a:lnTo>
                    <a:pt x="4154491" y="1861993"/>
                  </a:lnTo>
                  <a:lnTo>
                    <a:pt x="4145656" y="1859497"/>
                  </a:lnTo>
                  <a:lnTo>
                    <a:pt x="4137837" y="1845512"/>
                  </a:lnTo>
                  <a:lnTo>
                    <a:pt x="4140205" y="1836520"/>
                  </a:lnTo>
                  <a:lnTo>
                    <a:pt x="4147339" y="1832767"/>
                  </a:lnTo>
                  <a:lnTo>
                    <a:pt x="4169686" y="1820584"/>
                  </a:lnTo>
                  <a:lnTo>
                    <a:pt x="4182457" y="1814269"/>
                  </a:lnTo>
                  <a:lnTo>
                    <a:pt x="4188951" y="1811860"/>
                  </a:lnTo>
                  <a:lnTo>
                    <a:pt x="4192466" y="1811396"/>
                  </a:lnTo>
                  <a:lnTo>
                    <a:pt x="4200477" y="1811025"/>
                  </a:lnTo>
                  <a:lnTo>
                    <a:pt x="4207260" y="1817220"/>
                  </a:lnTo>
                  <a:lnTo>
                    <a:pt x="4207874" y="1830697"/>
                  </a:lnTo>
                  <a:lnTo>
                    <a:pt x="4205060" y="1835595"/>
                  </a:lnTo>
                  <a:lnTo>
                    <a:pt x="4199202" y="1839182"/>
                  </a:lnTo>
                  <a:close/>
                </a:path>
                <a:path w="5300345" h="5505450">
                  <a:moveTo>
                    <a:pt x="1705957" y="3356811"/>
                  </a:moveTo>
                  <a:lnTo>
                    <a:pt x="1698998" y="3361072"/>
                  </a:lnTo>
                  <a:lnTo>
                    <a:pt x="1690184" y="3359043"/>
                  </a:lnTo>
                  <a:lnTo>
                    <a:pt x="1681618" y="3345601"/>
                  </a:lnTo>
                  <a:lnTo>
                    <a:pt x="1683619" y="3336636"/>
                  </a:lnTo>
                  <a:lnTo>
                    <a:pt x="1760269" y="3287571"/>
                  </a:lnTo>
                  <a:lnTo>
                    <a:pt x="1767238" y="3283899"/>
                  </a:lnTo>
                  <a:lnTo>
                    <a:pt x="1775999" y="3285213"/>
                  </a:lnTo>
                  <a:lnTo>
                    <a:pt x="1784634" y="3298714"/>
                  </a:lnTo>
                  <a:lnTo>
                    <a:pt x="1782666" y="3307676"/>
                  </a:lnTo>
                  <a:lnTo>
                    <a:pt x="1705957" y="3356811"/>
                  </a:lnTo>
                  <a:close/>
                </a:path>
                <a:path w="5300345" h="5505450">
                  <a:moveTo>
                    <a:pt x="3302508" y="2344715"/>
                  </a:moveTo>
                  <a:lnTo>
                    <a:pt x="3285405" y="2355188"/>
                  </a:lnTo>
                  <a:lnTo>
                    <a:pt x="3294786" y="2349243"/>
                  </a:lnTo>
                  <a:lnTo>
                    <a:pt x="3301572" y="2344455"/>
                  </a:lnTo>
                  <a:lnTo>
                    <a:pt x="3302508" y="2344715"/>
                  </a:lnTo>
                  <a:close/>
                </a:path>
                <a:path w="5300345" h="5505450">
                  <a:moveTo>
                    <a:pt x="3301652" y="2379226"/>
                  </a:moveTo>
                  <a:lnTo>
                    <a:pt x="3295735" y="2382849"/>
                  </a:lnTo>
                  <a:lnTo>
                    <a:pt x="3232320" y="2421254"/>
                  </a:lnTo>
                  <a:lnTo>
                    <a:pt x="3223421" y="2419042"/>
                  </a:lnTo>
                  <a:lnTo>
                    <a:pt x="3215127" y="2405348"/>
                  </a:lnTo>
                  <a:lnTo>
                    <a:pt x="3217298" y="2396479"/>
                  </a:lnTo>
                  <a:lnTo>
                    <a:pt x="3224171" y="2392271"/>
                  </a:lnTo>
                  <a:lnTo>
                    <a:pt x="3302508" y="2344715"/>
                  </a:lnTo>
                  <a:lnTo>
                    <a:pt x="3310515" y="2346939"/>
                  </a:lnTo>
                  <a:lnTo>
                    <a:pt x="3319116" y="2360441"/>
                  </a:lnTo>
                  <a:lnTo>
                    <a:pt x="3317124" y="2369418"/>
                  </a:lnTo>
                  <a:lnTo>
                    <a:pt x="3301652" y="2379226"/>
                  </a:lnTo>
                  <a:close/>
                </a:path>
                <a:path w="5300345" h="5505450">
                  <a:moveTo>
                    <a:pt x="3930197" y="1993829"/>
                  </a:moveTo>
                  <a:lnTo>
                    <a:pt x="3845341" y="2045141"/>
                  </a:lnTo>
                  <a:lnTo>
                    <a:pt x="3836441" y="2042916"/>
                  </a:lnTo>
                  <a:lnTo>
                    <a:pt x="3828214" y="2029216"/>
                  </a:lnTo>
                  <a:lnTo>
                    <a:pt x="3830397" y="2020353"/>
                  </a:lnTo>
                  <a:lnTo>
                    <a:pt x="3837282" y="2016138"/>
                  </a:lnTo>
                  <a:lnTo>
                    <a:pt x="3915131" y="1969064"/>
                  </a:lnTo>
                  <a:lnTo>
                    <a:pt x="3924051" y="1971260"/>
                  </a:lnTo>
                  <a:lnTo>
                    <a:pt x="3932354" y="1984931"/>
                  </a:lnTo>
                  <a:lnTo>
                    <a:pt x="3930197" y="1993829"/>
                  </a:lnTo>
                  <a:close/>
                </a:path>
                <a:path w="5300345" h="5505450">
                  <a:moveTo>
                    <a:pt x="2943381" y="2597790"/>
                  </a:moveTo>
                  <a:lnTo>
                    <a:pt x="2925351" y="2608813"/>
                  </a:lnTo>
                  <a:lnTo>
                    <a:pt x="2916432" y="2606668"/>
                  </a:lnTo>
                  <a:lnTo>
                    <a:pt x="2908056" y="2592991"/>
                  </a:lnTo>
                  <a:lnTo>
                    <a:pt x="2910200" y="2584071"/>
                  </a:lnTo>
                  <a:lnTo>
                    <a:pt x="2994598" y="2532222"/>
                  </a:lnTo>
                  <a:lnTo>
                    <a:pt x="3003502" y="2534342"/>
                  </a:lnTo>
                  <a:lnTo>
                    <a:pt x="3011912" y="2547965"/>
                  </a:lnTo>
                  <a:lnTo>
                    <a:pt x="3009796" y="2556901"/>
                  </a:lnTo>
                  <a:lnTo>
                    <a:pt x="2943381" y="2597790"/>
                  </a:lnTo>
                  <a:close/>
                </a:path>
                <a:path w="5300345" h="5505450">
                  <a:moveTo>
                    <a:pt x="2011440" y="3167181"/>
                  </a:moveTo>
                  <a:lnTo>
                    <a:pt x="2004602" y="3171368"/>
                  </a:lnTo>
                  <a:lnTo>
                    <a:pt x="1995682" y="3169223"/>
                  </a:lnTo>
                  <a:lnTo>
                    <a:pt x="1987307" y="3155545"/>
                  </a:lnTo>
                  <a:lnTo>
                    <a:pt x="1989450" y="3146626"/>
                  </a:lnTo>
                  <a:lnTo>
                    <a:pt x="2024325" y="3125188"/>
                  </a:lnTo>
                  <a:lnTo>
                    <a:pt x="2074210" y="3095072"/>
                  </a:lnTo>
                  <a:lnTo>
                    <a:pt x="2083120" y="3097308"/>
                  </a:lnTo>
                  <a:lnTo>
                    <a:pt x="2091312" y="3111013"/>
                  </a:lnTo>
                  <a:lnTo>
                    <a:pt x="2089233" y="3119461"/>
                  </a:lnTo>
                  <a:lnTo>
                    <a:pt x="2039477" y="3149931"/>
                  </a:lnTo>
                  <a:lnTo>
                    <a:pt x="2011440" y="3167181"/>
                  </a:lnTo>
                  <a:close/>
                </a:path>
                <a:path w="5300345" h="5505450">
                  <a:moveTo>
                    <a:pt x="2089137" y="3119854"/>
                  </a:moveTo>
                  <a:lnTo>
                    <a:pt x="2082242" y="3124076"/>
                  </a:lnTo>
                  <a:lnTo>
                    <a:pt x="2039477" y="3149931"/>
                  </a:lnTo>
                  <a:lnTo>
                    <a:pt x="2089233" y="3119461"/>
                  </a:lnTo>
                  <a:lnTo>
                    <a:pt x="2089137" y="3119854"/>
                  </a:lnTo>
                  <a:close/>
                </a:path>
                <a:path w="5300345" h="5505450">
                  <a:moveTo>
                    <a:pt x="1460475" y="3470774"/>
                  </a:moveTo>
                  <a:lnTo>
                    <a:pt x="1409451" y="3502020"/>
                  </a:lnTo>
                  <a:lnTo>
                    <a:pt x="1453366" y="3474927"/>
                  </a:lnTo>
                  <a:lnTo>
                    <a:pt x="1460239" y="3470718"/>
                  </a:lnTo>
                  <a:lnTo>
                    <a:pt x="1460475" y="3470774"/>
                  </a:lnTo>
                  <a:close/>
                </a:path>
                <a:path w="5300345" h="5505450">
                  <a:moveTo>
                    <a:pt x="1424602" y="3526763"/>
                  </a:moveTo>
                  <a:lnTo>
                    <a:pt x="1390997" y="3547290"/>
                  </a:lnTo>
                  <a:lnTo>
                    <a:pt x="1382070" y="3545132"/>
                  </a:lnTo>
                  <a:lnTo>
                    <a:pt x="1373734" y="3531465"/>
                  </a:lnTo>
                  <a:lnTo>
                    <a:pt x="1375878" y="3522545"/>
                  </a:lnTo>
                  <a:lnTo>
                    <a:pt x="1460475" y="3470774"/>
                  </a:lnTo>
                  <a:lnTo>
                    <a:pt x="1469129" y="3472816"/>
                  </a:lnTo>
                  <a:lnTo>
                    <a:pt x="1477571" y="3486386"/>
                  </a:lnTo>
                  <a:lnTo>
                    <a:pt x="1475493" y="3495330"/>
                  </a:lnTo>
                  <a:lnTo>
                    <a:pt x="1424602" y="3526763"/>
                  </a:lnTo>
                  <a:close/>
                </a:path>
                <a:path w="5300345" h="5505450">
                  <a:moveTo>
                    <a:pt x="3615604" y="2185013"/>
                  </a:moveTo>
                  <a:lnTo>
                    <a:pt x="3535516" y="2229007"/>
                  </a:lnTo>
                  <a:lnTo>
                    <a:pt x="3526697" y="2226432"/>
                  </a:lnTo>
                  <a:lnTo>
                    <a:pt x="3519000" y="2212374"/>
                  </a:lnTo>
                  <a:lnTo>
                    <a:pt x="3522140" y="2203126"/>
                  </a:lnTo>
                  <a:lnTo>
                    <a:pt x="3528586" y="2199709"/>
                  </a:lnTo>
                  <a:lnTo>
                    <a:pt x="3608201" y="2155892"/>
                  </a:lnTo>
                  <a:lnTo>
                    <a:pt x="3617043" y="2158367"/>
                  </a:lnTo>
                  <a:lnTo>
                    <a:pt x="3624810" y="2172166"/>
                  </a:lnTo>
                  <a:lnTo>
                    <a:pt x="3622536" y="2180767"/>
                  </a:lnTo>
                  <a:lnTo>
                    <a:pt x="3615604" y="2185013"/>
                  </a:lnTo>
                  <a:close/>
                </a:path>
                <a:path w="5300345" h="5505450">
                  <a:moveTo>
                    <a:pt x="2623203" y="2788175"/>
                  </a:moveTo>
                  <a:lnTo>
                    <a:pt x="2616244" y="2792436"/>
                  </a:lnTo>
                  <a:lnTo>
                    <a:pt x="2607425" y="2790427"/>
                  </a:lnTo>
                  <a:lnTo>
                    <a:pt x="2598860" y="2776984"/>
                  </a:lnTo>
                  <a:lnTo>
                    <a:pt x="2600848" y="2768027"/>
                  </a:lnTo>
                  <a:lnTo>
                    <a:pt x="2677513" y="2718903"/>
                  </a:lnTo>
                  <a:lnTo>
                    <a:pt x="2683738" y="2714393"/>
                  </a:lnTo>
                  <a:lnTo>
                    <a:pt x="2693233" y="2716584"/>
                  </a:lnTo>
                  <a:lnTo>
                    <a:pt x="2701844" y="2730101"/>
                  </a:lnTo>
                  <a:lnTo>
                    <a:pt x="2699863" y="2739071"/>
                  </a:lnTo>
                  <a:lnTo>
                    <a:pt x="2623203" y="2788175"/>
                  </a:lnTo>
                  <a:close/>
                </a:path>
                <a:path w="5300345" h="5505450">
                  <a:moveTo>
                    <a:pt x="2316215" y="2975668"/>
                  </a:moveTo>
                  <a:lnTo>
                    <a:pt x="2309474" y="2979796"/>
                  </a:lnTo>
                  <a:lnTo>
                    <a:pt x="2300889" y="2978041"/>
                  </a:lnTo>
                  <a:lnTo>
                    <a:pt x="2291937" y="2965101"/>
                  </a:lnTo>
                  <a:lnTo>
                    <a:pt x="2333488" y="2928809"/>
                  </a:lnTo>
                  <a:lnTo>
                    <a:pt x="2370085" y="2905301"/>
                  </a:lnTo>
                  <a:lnTo>
                    <a:pt x="2376935" y="2901106"/>
                  </a:lnTo>
                  <a:lnTo>
                    <a:pt x="2385847" y="2903239"/>
                  </a:lnTo>
                  <a:lnTo>
                    <a:pt x="2394240" y="2916889"/>
                  </a:lnTo>
                  <a:lnTo>
                    <a:pt x="2392104" y="2925821"/>
                  </a:lnTo>
                  <a:lnTo>
                    <a:pt x="2385286" y="2930013"/>
                  </a:lnTo>
                  <a:lnTo>
                    <a:pt x="2367135" y="2941442"/>
                  </a:lnTo>
                  <a:lnTo>
                    <a:pt x="2349440" y="2953041"/>
                  </a:lnTo>
                  <a:lnTo>
                    <a:pt x="2316215" y="2975668"/>
                  </a:lnTo>
                  <a:close/>
                </a:path>
                <a:path w="5300345" h="5505450">
                  <a:moveTo>
                    <a:pt x="1131768" y="3718111"/>
                  </a:moveTo>
                  <a:lnTo>
                    <a:pt x="1125327" y="3722052"/>
                  </a:lnTo>
                  <a:lnTo>
                    <a:pt x="1118210" y="3721794"/>
                  </a:lnTo>
                  <a:lnTo>
                    <a:pt x="1107494" y="3712377"/>
                  </a:lnTo>
                  <a:lnTo>
                    <a:pt x="1106500" y="3703783"/>
                  </a:lnTo>
                  <a:lnTo>
                    <a:pt x="1111434" y="3697737"/>
                  </a:lnTo>
                  <a:lnTo>
                    <a:pt x="1148958" y="3668778"/>
                  </a:lnTo>
                  <a:lnTo>
                    <a:pt x="1155611" y="3664455"/>
                  </a:lnTo>
                  <a:lnTo>
                    <a:pt x="1164572" y="3665796"/>
                  </a:lnTo>
                  <a:lnTo>
                    <a:pt x="1173746" y="3678933"/>
                  </a:lnTo>
                  <a:lnTo>
                    <a:pt x="1172139" y="3687974"/>
                  </a:lnTo>
                  <a:lnTo>
                    <a:pt x="1149281" y="3704152"/>
                  </a:lnTo>
                  <a:lnTo>
                    <a:pt x="1139688" y="3711330"/>
                  </a:lnTo>
                  <a:lnTo>
                    <a:pt x="1135071" y="3715060"/>
                  </a:lnTo>
                  <a:lnTo>
                    <a:pt x="1133703" y="3716311"/>
                  </a:lnTo>
                  <a:lnTo>
                    <a:pt x="1132789" y="3717285"/>
                  </a:lnTo>
                  <a:lnTo>
                    <a:pt x="1131768" y="3718111"/>
                  </a:lnTo>
                  <a:close/>
                </a:path>
              </a:pathLst>
            </a:custGeom>
            <a:solidFill>
              <a:srgbClr val="C3AA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1190" y="742707"/>
              <a:ext cx="10010636" cy="88892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17426" y="2519762"/>
              <a:ext cx="6162040" cy="6475095"/>
            </a:xfrm>
            <a:custGeom>
              <a:avLst/>
              <a:gdLst/>
              <a:ahLst/>
              <a:cxnLst/>
              <a:rect l="l" t="t" r="r" b="b"/>
              <a:pathLst>
                <a:path w="6162040" h="6475095">
                  <a:moveTo>
                    <a:pt x="24910" y="49884"/>
                  </a:moveTo>
                  <a:lnTo>
                    <a:pt x="15214" y="47923"/>
                  </a:lnTo>
                  <a:lnTo>
                    <a:pt x="7296" y="42578"/>
                  </a:lnTo>
                  <a:lnTo>
                    <a:pt x="1957" y="34650"/>
                  </a:lnTo>
                  <a:lnTo>
                    <a:pt x="0" y="24942"/>
                  </a:lnTo>
                  <a:lnTo>
                    <a:pt x="1958" y="15232"/>
                  </a:lnTo>
                  <a:lnTo>
                    <a:pt x="7298" y="7304"/>
                  </a:lnTo>
                  <a:lnTo>
                    <a:pt x="15216" y="1959"/>
                  </a:lnTo>
                  <a:lnTo>
                    <a:pt x="24910" y="0"/>
                  </a:lnTo>
                  <a:lnTo>
                    <a:pt x="34607" y="1960"/>
                  </a:lnTo>
                  <a:lnTo>
                    <a:pt x="42526" y="7305"/>
                  </a:lnTo>
                  <a:lnTo>
                    <a:pt x="47864" y="15233"/>
                  </a:lnTo>
                  <a:lnTo>
                    <a:pt x="49821" y="24942"/>
                  </a:lnTo>
                  <a:lnTo>
                    <a:pt x="47864" y="34650"/>
                  </a:lnTo>
                  <a:lnTo>
                    <a:pt x="42525" y="42578"/>
                  </a:lnTo>
                  <a:lnTo>
                    <a:pt x="34607" y="47923"/>
                  </a:lnTo>
                  <a:lnTo>
                    <a:pt x="24910" y="49884"/>
                  </a:lnTo>
                  <a:close/>
                </a:path>
                <a:path w="6162040" h="6475095">
                  <a:moveTo>
                    <a:pt x="1771112" y="49884"/>
                  </a:moveTo>
                  <a:lnTo>
                    <a:pt x="1761416" y="47923"/>
                  </a:lnTo>
                  <a:lnTo>
                    <a:pt x="1753498" y="42578"/>
                  </a:lnTo>
                  <a:lnTo>
                    <a:pt x="1748159" y="34650"/>
                  </a:lnTo>
                  <a:lnTo>
                    <a:pt x="1746201" y="24942"/>
                  </a:lnTo>
                  <a:lnTo>
                    <a:pt x="1748160" y="15232"/>
                  </a:lnTo>
                  <a:lnTo>
                    <a:pt x="1753499" y="7304"/>
                  </a:lnTo>
                  <a:lnTo>
                    <a:pt x="1761418" y="1959"/>
                  </a:lnTo>
                  <a:lnTo>
                    <a:pt x="1771112" y="0"/>
                  </a:lnTo>
                  <a:lnTo>
                    <a:pt x="1780809" y="1960"/>
                  </a:lnTo>
                  <a:lnTo>
                    <a:pt x="1788727" y="7305"/>
                  </a:lnTo>
                  <a:lnTo>
                    <a:pt x="1794066" y="15233"/>
                  </a:lnTo>
                  <a:lnTo>
                    <a:pt x="1796023" y="24942"/>
                  </a:lnTo>
                  <a:lnTo>
                    <a:pt x="1794065" y="34650"/>
                  </a:lnTo>
                  <a:lnTo>
                    <a:pt x="1788727" y="42578"/>
                  </a:lnTo>
                  <a:lnTo>
                    <a:pt x="1780808" y="47923"/>
                  </a:lnTo>
                  <a:lnTo>
                    <a:pt x="1771112" y="49884"/>
                  </a:lnTo>
                  <a:close/>
                </a:path>
                <a:path w="6162040" h="6475095">
                  <a:moveTo>
                    <a:pt x="2644212" y="49884"/>
                  </a:moveTo>
                  <a:lnTo>
                    <a:pt x="2634516" y="47923"/>
                  </a:lnTo>
                  <a:lnTo>
                    <a:pt x="2626597" y="42578"/>
                  </a:lnTo>
                  <a:lnTo>
                    <a:pt x="2621258" y="34650"/>
                  </a:lnTo>
                  <a:lnTo>
                    <a:pt x="2619301" y="24942"/>
                  </a:lnTo>
                  <a:lnTo>
                    <a:pt x="2621259" y="15232"/>
                  </a:lnTo>
                  <a:lnTo>
                    <a:pt x="2626599" y="7304"/>
                  </a:lnTo>
                  <a:lnTo>
                    <a:pt x="2634518" y="1959"/>
                  </a:lnTo>
                  <a:lnTo>
                    <a:pt x="2644212" y="0"/>
                  </a:lnTo>
                  <a:lnTo>
                    <a:pt x="2653908" y="1960"/>
                  </a:lnTo>
                  <a:lnTo>
                    <a:pt x="2661827" y="7305"/>
                  </a:lnTo>
                  <a:lnTo>
                    <a:pt x="2667165" y="15233"/>
                  </a:lnTo>
                  <a:lnTo>
                    <a:pt x="2669122" y="24942"/>
                  </a:lnTo>
                  <a:lnTo>
                    <a:pt x="2667165" y="34650"/>
                  </a:lnTo>
                  <a:lnTo>
                    <a:pt x="2661826" y="42578"/>
                  </a:lnTo>
                  <a:lnTo>
                    <a:pt x="2653908" y="47923"/>
                  </a:lnTo>
                  <a:lnTo>
                    <a:pt x="2644212" y="49884"/>
                  </a:lnTo>
                  <a:close/>
                </a:path>
                <a:path w="6162040" h="6475095">
                  <a:moveTo>
                    <a:pt x="3517314" y="49884"/>
                  </a:moveTo>
                  <a:lnTo>
                    <a:pt x="3507618" y="47923"/>
                  </a:lnTo>
                  <a:lnTo>
                    <a:pt x="3499699" y="42578"/>
                  </a:lnTo>
                  <a:lnTo>
                    <a:pt x="3494360" y="34650"/>
                  </a:lnTo>
                  <a:lnTo>
                    <a:pt x="3492403" y="24942"/>
                  </a:lnTo>
                  <a:lnTo>
                    <a:pt x="3494361" y="15232"/>
                  </a:lnTo>
                  <a:lnTo>
                    <a:pt x="3499701" y="7304"/>
                  </a:lnTo>
                  <a:lnTo>
                    <a:pt x="3507620" y="1959"/>
                  </a:lnTo>
                  <a:lnTo>
                    <a:pt x="3517314" y="0"/>
                  </a:lnTo>
                  <a:lnTo>
                    <a:pt x="3527010" y="1960"/>
                  </a:lnTo>
                  <a:lnTo>
                    <a:pt x="3534928" y="7305"/>
                  </a:lnTo>
                  <a:lnTo>
                    <a:pt x="3540266" y="15233"/>
                  </a:lnTo>
                  <a:lnTo>
                    <a:pt x="3542225" y="24942"/>
                  </a:lnTo>
                  <a:lnTo>
                    <a:pt x="3540267" y="34650"/>
                  </a:lnTo>
                  <a:lnTo>
                    <a:pt x="3534928" y="42578"/>
                  </a:lnTo>
                  <a:lnTo>
                    <a:pt x="3527010" y="47923"/>
                  </a:lnTo>
                  <a:lnTo>
                    <a:pt x="3517314" y="49884"/>
                  </a:lnTo>
                  <a:close/>
                </a:path>
                <a:path w="6162040" h="6475095">
                  <a:moveTo>
                    <a:pt x="4390413" y="49884"/>
                  </a:moveTo>
                  <a:lnTo>
                    <a:pt x="4380717" y="47923"/>
                  </a:lnTo>
                  <a:lnTo>
                    <a:pt x="4372799" y="42578"/>
                  </a:lnTo>
                  <a:lnTo>
                    <a:pt x="4367460" y="34650"/>
                  </a:lnTo>
                  <a:lnTo>
                    <a:pt x="4365502" y="24942"/>
                  </a:lnTo>
                  <a:lnTo>
                    <a:pt x="4367461" y="15232"/>
                  </a:lnTo>
                  <a:lnTo>
                    <a:pt x="4372800" y="7304"/>
                  </a:lnTo>
                  <a:lnTo>
                    <a:pt x="4380719" y="1959"/>
                  </a:lnTo>
                  <a:lnTo>
                    <a:pt x="4390413" y="0"/>
                  </a:lnTo>
                  <a:lnTo>
                    <a:pt x="4400110" y="1960"/>
                  </a:lnTo>
                  <a:lnTo>
                    <a:pt x="4408028" y="7305"/>
                  </a:lnTo>
                  <a:lnTo>
                    <a:pt x="4413367" y="15233"/>
                  </a:lnTo>
                  <a:lnTo>
                    <a:pt x="4415324" y="24942"/>
                  </a:lnTo>
                  <a:lnTo>
                    <a:pt x="4413367" y="34650"/>
                  </a:lnTo>
                  <a:lnTo>
                    <a:pt x="4408028" y="42578"/>
                  </a:lnTo>
                  <a:lnTo>
                    <a:pt x="4400109" y="47923"/>
                  </a:lnTo>
                  <a:lnTo>
                    <a:pt x="4390413" y="49884"/>
                  </a:lnTo>
                  <a:close/>
                </a:path>
                <a:path w="6162040" h="6475095">
                  <a:moveTo>
                    <a:pt x="5263512" y="49884"/>
                  </a:moveTo>
                  <a:lnTo>
                    <a:pt x="5253816" y="47923"/>
                  </a:lnTo>
                  <a:lnTo>
                    <a:pt x="5245898" y="42578"/>
                  </a:lnTo>
                  <a:lnTo>
                    <a:pt x="5240559" y="34650"/>
                  </a:lnTo>
                  <a:lnTo>
                    <a:pt x="5238602" y="24942"/>
                  </a:lnTo>
                  <a:lnTo>
                    <a:pt x="5240560" y="15232"/>
                  </a:lnTo>
                  <a:lnTo>
                    <a:pt x="5245900" y="7304"/>
                  </a:lnTo>
                  <a:lnTo>
                    <a:pt x="5253818" y="1959"/>
                  </a:lnTo>
                  <a:lnTo>
                    <a:pt x="5263512" y="0"/>
                  </a:lnTo>
                  <a:lnTo>
                    <a:pt x="5273211" y="1960"/>
                  </a:lnTo>
                  <a:lnTo>
                    <a:pt x="5281129" y="7305"/>
                  </a:lnTo>
                  <a:lnTo>
                    <a:pt x="5286467" y="15233"/>
                  </a:lnTo>
                  <a:lnTo>
                    <a:pt x="5288424" y="24942"/>
                  </a:lnTo>
                  <a:lnTo>
                    <a:pt x="5286466" y="34650"/>
                  </a:lnTo>
                  <a:lnTo>
                    <a:pt x="5281127" y="42578"/>
                  </a:lnTo>
                  <a:lnTo>
                    <a:pt x="5273209" y="47923"/>
                  </a:lnTo>
                  <a:lnTo>
                    <a:pt x="5263512" y="49884"/>
                  </a:lnTo>
                  <a:close/>
                </a:path>
                <a:path w="6162040" h="6475095">
                  <a:moveTo>
                    <a:pt x="6136615" y="49884"/>
                  </a:moveTo>
                  <a:lnTo>
                    <a:pt x="6126919" y="47923"/>
                  </a:lnTo>
                  <a:lnTo>
                    <a:pt x="6119000" y="42578"/>
                  </a:lnTo>
                  <a:lnTo>
                    <a:pt x="6113662" y="34650"/>
                  </a:lnTo>
                  <a:lnTo>
                    <a:pt x="6111704" y="24942"/>
                  </a:lnTo>
                  <a:lnTo>
                    <a:pt x="6113662" y="15232"/>
                  </a:lnTo>
                  <a:lnTo>
                    <a:pt x="6119002" y="7304"/>
                  </a:lnTo>
                  <a:lnTo>
                    <a:pt x="6126921" y="1959"/>
                  </a:lnTo>
                  <a:lnTo>
                    <a:pt x="6136615" y="0"/>
                  </a:lnTo>
                  <a:lnTo>
                    <a:pt x="6146312" y="1960"/>
                  </a:lnTo>
                  <a:lnTo>
                    <a:pt x="6154230" y="7305"/>
                  </a:lnTo>
                  <a:lnTo>
                    <a:pt x="6159569" y="15233"/>
                  </a:lnTo>
                  <a:lnTo>
                    <a:pt x="6161526" y="24942"/>
                  </a:lnTo>
                  <a:lnTo>
                    <a:pt x="6159568" y="34650"/>
                  </a:lnTo>
                  <a:lnTo>
                    <a:pt x="6154229" y="42578"/>
                  </a:lnTo>
                  <a:lnTo>
                    <a:pt x="6146311" y="47923"/>
                  </a:lnTo>
                  <a:lnTo>
                    <a:pt x="6136615" y="49884"/>
                  </a:lnTo>
                  <a:close/>
                </a:path>
                <a:path w="6162040" h="6475095">
                  <a:moveTo>
                    <a:pt x="24910" y="852992"/>
                  </a:moveTo>
                  <a:lnTo>
                    <a:pt x="15214" y="851032"/>
                  </a:lnTo>
                  <a:lnTo>
                    <a:pt x="7296" y="845686"/>
                  </a:lnTo>
                  <a:lnTo>
                    <a:pt x="1957" y="837758"/>
                  </a:lnTo>
                  <a:lnTo>
                    <a:pt x="0" y="828050"/>
                  </a:lnTo>
                  <a:lnTo>
                    <a:pt x="1958" y="818340"/>
                  </a:lnTo>
                  <a:lnTo>
                    <a:pt x="7298" y="810412"/>
                  </a:lnTo>
                  <a:lnTo>
                    <a:pt x="15216" y="805067"/>
                  </a:lnTo>
                  <a:lnTo>
                    <a:pt x="24910" y="803108"/>
                  </a:lnTo>
                  <a:lnTo>
                    <a:pt x="34607" y="805068"/>
                  </a:lnTo>
                  <a:lnTo>
                    <a:pt x="42526" y="810413"/>
                  </a:lnTo>
                  <a:lnTo>
                    <a:pt x="47864" y="818341"/>
                  </a:lnTo>
                  <a:lnTo>
                    <a:pt x="49821" y="828050"/>
                  </a:lnTo>
                  <a:lnTo>
                    <a:pt x="47864" y="837758"/>
                  </a:lnTo>
                  <a:lnTo>
                    <a:pt x="42525" y="845686"/>
                  </a:lnTo>
                  <a:lnTo>
                    <a:pt x="34607" y="851032"/>
                  </a:lnTo>
                  <a:lnTo>
                    <a:pt x="24910" y="852992"/>
                  </a:lnTo>
                  <a:close/>
                </a:path>
                <a:path w="6162040" h="6475095">
                  <a:moveTo>
                    <a:pt x="898010" y="852992"/>
                  </a:moveTo>
                  <a:lnTo>
                    <a:pt x="888314" y="851032"/>
                  </a:lnTo>
                  <a:lnTo>
                    <a:pt x="880395" y="845686"/>
                  </a:lnTo>
                  <a:lnTo>
                    <a:pt x="875057" y="837758"/>
                  </a:lnTo>
                  <a:lnTo>
                    <a:pt x="873099" y="828050"/>
                  </a:lnTo>
                  <a:lnTo>
                    <a:pt x="875057" y="818340"/>
                  </a:lnTo>
                  <a:lnTo>
                    <a:pt x="880397" y="810412"/>
                  </a:lnTo>
                  <a:lnTo>
                    <a:pt x="888316" y="805067"/>
                  </a:lnTo>
                  <a:lnTo>
                    <a:pt x="898010" y="803108"/>
                  </a:lnTo>
                  <a:lnTo>
                    <a:pt x="907708" y="805068"/>
                  </a:lnTo>
                  <a:lnTo>
                    <a:pt x="915626" y="810413"/>
                  </a:lnTo>
                  <a:lnTo>
                    <a:pt x="920964" y="818341"/>
                  </a:lnTo>
                  <a:lnTo>
                    <a:pt x="922921" y="828050"/>
                  </a:lnTo>
                  <a:lnTo>
                    <a:pt x="920963" y="837758"/>
                  </a:lnTo>
                  <a:lnTo>
                    <a:pt x="915624" y="845686"/>
                  </a:lnTo>
                  <a:lnTo>
                    <a:pt x="907706" y="851032"/>
                  </a:lnTo>
                  <a:lnTo>
                    <a:pt x="898010" y="852992"/>
                  </a:lnTo>
                  <a:close/>
                </a:path>
                <a:path w="6162040" h="6475095">
                  <a:moveTo>
                    <a:pt x="1771112" y="852992"/>
                  </a:moveTo>
                  <a:lnTo>
                    <a:pt x="1761416" y="851032"/>
                  </a:lnTo>
                  <a:lnTo>
                    <a:pt x="1753498" y="845686"/>
                  </a:lnTo>
                  <a:lnTo>
                    <a:pt x="1748159" y="837758"/>
                  </a:lnTo>
                  <a:lnTo>
                    <a:pt x="1746201" y="828050"/>
                  </a:lnTo>
                  <a:lnTo>
                    <a:pt x="1748160" y="818340"/>
                  </a:lnTo>
                  <a:lnTo>
                    <a:pt x="1753499" y="810412"/>
                  </a:lnTo>
                  <a:lnTo>
                    <a:pt x="1761418" y="805067"/>
                  </a:lnTo>
                  <a:lnTo>
                    <a:pt x="1771112" y="803108"/>
                  </a:lnTo>
                  <a:lnTo>
                    <a:pt x="1780809" y="805068"/>
                  </a:lnTo>
                  <a:lnTo>
                    <a:pt x="1788727" y="810413"/>
                  </a:lnTo>
                  <a:lnTo>
                    <a:pt x="1794066" y="818341"/>
                  </a:lnTo>
                  <a:lnTo>
                    <a:pt x="1796023" y="828050"/>
                  </a:lnTo>
                  <a:lnTo>
                    <a:pt x="1794065" y="837758"/>
                  </a:lnTo>
                  <a:lnTo>
                    <a:pt x="1788727" y="845686"/>
                  </a:lnTo>
                  <a:lnTo>
                    <a:pt x="1780808" y="851032"/>
                  </a:lnTo>
                  <a:lnTo>
                    <a:pt x="1771112" y="852992"/>
                  </a:lnTo>
                  <a:close/>
                </a:path>
                <a:path w="6162040" h="6475095">
                  <a:moveTo>
                    <a:pt x="2644212" y="852992"/>
                  </a:moveTo>
                  <a:lnTo>
                    <a:pt x="2634516" y="851032"/>
                  </a:lnTo>
                  <a:lnTo>
                    <a:pt x="2626597" y="845686"/>
                  </a:lnTo>
                  <a:lnTo>
                    <a:pt x="2621258" y="837758"/>
                  </a:lnTo>
                  <a:lnTo>
                    <a:pt x="2619301" y="828050"/>
                  </a:lnTo>
                  <a:lnTo>
                    <a:pt x="2621259" y="818340"/>
                  </a:lnTo>
                  <a:lnTo>
                    <a:pt x="2626599" y="810412"/>
                  </a:lnTo>
                  <a:lnTo>
                    <a:pt x="2634518" y="805067"/>
                  </a:lnTo>
                  <a:lnTo>
                    <a:pt x="2644212" y="803108"/>
                  </a:lnTo>
                  <a:lnTo>
                    <a:pt x="2653908" y="805068"/>
                  </a:lnTo>
                  <a:lnTo>
                    <a:pt x="2661827" y="810413"/>
                  </a:lnTo>
                  <a:lnTo>
                    <a:pt x="2667165" y="818341"/>
                  </a:lnTo>
                  <a:lnTo>
                    <a:pt x="2669122" y="828050"/>
                  </a:lnTo>
                  <a:lnTo>
                    <a:pt x="2667165" y="837758"/>
                  </a:lnTo>
                  <a:lnTo>
                    <a:pt x="2661826" y="845686"/>
                  </a:lnTo>
                  <a:lnTo>
                    <a:pt x="2653908" y="851032"/>
                  </a:lnTo>
                  <a:lnTo>
                    <a:pt x="2644212" y="852992"/>
                  </a:lnTo>
                  <a:close/>
                </a:path>
                <a:path w="6162040" h="6475095">
                  <a:moveTo>
                    <a:pt x="3517314" y="852992"/>
                  </a:moveTo>
                  <a:lnTo>
                    <a:pt x="3507618" y="851032"/>
                  </a:lnTo>
                  <a:lnTo>
                    <a:pt x="3499699" y="845686"/>
                  </a:lnTo>
                  <a:lnTo>
                    <a:pt x="3494360" y="837758"/>
                  </a:lnTo>
                  <a:lnTo>
                    <a:pt x="3492403" y="828050"/>
                  </a:lnTo>
                  <a:lnTo>
                    <a:pt x="3494361" y="818340"/>
                  </a:lnTo>
                  <a:lnTo>
                    <a:pt x="3499701" y="810412"/>
                  </a:lnTo>
                  <a:lnTo>
                    <a:pt x="3507620" y="805067"/>
                  </a:lnTo>
                  <a:lnTo>
                    <a:pt x="3517314" y="803108"/>
                  </a:lnTo>
                  <a:lnTo>
                    <a:pt x="3527010" y="805068"/>
                  </a:lnTo>
                  <a:lnTo>
                    <a:pt x="3534928" y="810413"/>
                  </a:lnTo>
                  <a:lnTo>
                    <a:pt x="3540266" y="818341"/>
                  </a:lnTo>
                  <a:lnTo>
                    <a:pt x="3542225" y="828050"/>
                  </a:lnTo>
                  <a:lnTo>
                    <a:pt x="3540267" y="837758"/>
                  </a:lnTo>
                  <a:lnTo>
                    <a:pt x="3534928" y="845686"/>
                  </a:lnTo>
                  <a:lnTo>
                    <a:pt x="3527010" y="851032"/>
                  </a:lnTo>
                  <a:lnTo>
                    <a:pt x="3517314" y="852992"/>
                  </a:lnTo>
                  <a:close/>
                </a:path>
                <a:path w="6162040" h="6475095">
                  <a:moveTo>
                    <a:pt x="4390413" y="852992"/>
                  </a:moveTo>
                  <a:lnTo>
                    <a:pt x="4380717" y="851032"/>
                  </a:lnTo>
                  <a:lnTo>
                    <a:pt x="4372799" y="845686"/>
                  </a:lnTo>
                  <a:lnTo>
                    <a:pt x="4367460" y="837758"/>
                  </a:lnTo>
                  <a:lnTo>
                    <a:pt x="4365502" y="828050"/>
                  </a:lnTo>
                  <a:lnTo>
                    <a:pt x="4367461" y="818340"/>
                  </a:lnTo>
                  <a:lnTo>
                    <a:pt x="4372800" y="810412"/>
                  </a:lnTo>
                  <a:lnTo>
                    <a:pt x="4380719" y="805067"/>
                  </a:lnTo>
                  <a:lnTo>
                    <a:pt x="4390413" y="803108"/>
                  </a:lnTo>
                  <a:lnTo>
                    <a:pt x="4400110" y="805068"/>
                  </a:lnTo>
                  <a:lnTo>
                    <a:pt x="4408028" y="810413"/>
                  </a:lnTo>
                  <a:lnTo>
                    <a:pt x="4413367" y="818341"/>
                  </a:lnTo>
                  <a:lnTo>
                    <a:pt x="4415324" y="828050"/>
                  </a:lnTo>
                  <a:lnTo>
                    <a:pt x="4413367" y="837758"/>
                  </a:lnTo>
                  <a:lnTo>
                    <a:pt x="4408028" y="845686"/>
                  </a:lnTo>
                  <a:lnTo>
                    <a:pt x="4400109" y="851032"/>
                  </a:lnTo>
                  <a:lnTo>
                    <a:pt x="4390413" y="852992"/>
                  </a:lnTo>
                  <a:close/>
                </a:path>
                <a:path w="6162040" h="6475095">
                  <a:moveTo>
                    <a:pt x="5263512" y="852992"/>
                  </a:moveTo>
                  <a:lnTo>
                    <a:pt x="5253816" y="851032"/>
                  </a:lnTo>
                  <a:lnTo>
                    <a:pt x="5245898" y="845686"/>
                  </a:lnTo>
                  <a:lnTo>
                    <a:pt x="5240559" y="837758"/>
                  </a:lnTo>
                  <a:lnTo>
                    <a:pt x="5238602" y="828050"/>
                  </a:lnTo>
                  <a:lnTo>
                    <a:pt x="5240560" y="818340"/>
                  </a:lnTo>
                  <a:lnTo>
                    <a:pt x="5245900" y="810412"/>
                  </a:lnTo>
                  <a:lnTo>
                    <a:pt x="5253818" y="805067"/>
                  </a:lnTo>
                  <a:lnTo>
                    <a:pt x="5263512" y="803108"/>
                  </a:lnTo>
                  <a:lnTo>
                    <a:pt x="5273211" y="805068"/>
                  </a:lnTo>
                  <a:lnTo>
                    <a:pt x="5281129" y="810413"/>
                  </a:lnTo>
                  <a:lnTo>
                    <a:pt x="5286467" y="818341"/>
                  </a:lnTo>
                  <a:lnTo>
                    <a:pt x="5288424" y="828050"/>
                  </a:lnTo>
                  <a:lnTo>
                    <a:pt x="5286466" y="837758"/>
                  </a:lnTo>
                  <a:lnTo>
                    <a:pt x="5281127" y="845686"/>
                  </a:lnTo>
                  <a:lnTo>
                    <a:pt x="5273209" y="851032"/>
                  </a:lnTo>
                  <a:lnTo>
                    <a:pt x="5263512" y="852992"/>
                  </a:lnTo>
                  <a:close/>
                </a:path>
                <a:path w="6162040" h="6475095">
                  <a:moveTo>
                    <a:pt x="6136615" y="852992"/>
                  </a:moveTo>
                  <a:lnTo>
                    <a:pt x="6126919" y="851032"/>
                  </a:lnTo>
                  <a:lnTo>
                    <a:pt x="6119000" y="845686"/>
                  </a:lnTo>
                  <a:lnTo>
                    <a:pt x="6113662" y="837758"/>
                  </a:lnTo>
                  <a:lnTo>
                    <a:pt x="6111704" y="828050"/>
                  </a:lnTo>
                  <a:lnTo>
                    <a:pt x="6113662" y="818340"/>
                  </a:lnTo>
                  <a:lnTo>
                    <a:pt x="6119002" y="810412"/>
                  </a:lnTo>
                  <a:lnTo>
                    <a:pt x="6126921" y="805067"/>
                  </a:lnTo>
                  <a:lnTo>
                    <a:pt x="6136615" y="803108"/>
                  </a:lnTo>
                  <a:lnTo>
                    <a:pt x="6146312" y="805068"/>
                  </a:lnTo>
                  <a:lnTo>
                    <a:pt x="6154230" y="810413"/>
                  </a:lnTo>
                  <a:lnTo>
                    <a:pt x="6159569" y="818341"/>
                  </a:lnTo>
                  <a:lnTo>
                    <a:pt x="6161526" y="828050"/>
                  </a:lnTo>
                  <a:lnTo>
                    <a:pt x="6159568" y="837758"/>
                  </a:lnTo>
                  <a:lnTo>
                    <a:pt x="6154229" y="845686"/>
                  </a:lnTo>
                  <a:lnTo>
                    <a:pt x="6146311" y="851032"/>
                  </a:lnTo>
                  <a:lnTo>
                    <a:pt x="6136615" y="852992"/>
                  </a:lnTo>
                  <a:close/>
                </a:path>
                <a:path w="6162040" h="6475095">
                  <a:moveTo>
                    <a:pt x="24910" y="1656097"/>
                  </a:moveTo>
                  <a:lnTo>
                    <a:pt x="15214" y="1654137"/>
                  </a:lnTo>
                  <a:lnTo>
                    <a:pt x="7296" y="1648791"/>
                  </a:lnTo>
                  <a:lnTo>
                    <a:pt x="1957" y="1640863"/>
                  </a:lnTo>
                  <a:lnTo>
                    <a:pt x="0" y="1631155"/>
                  </a:lnTo>
                  <a:lnTo>
                    <a:pt x="1957" y="1621447"/>
                  </a:lnTo>
                  <a:lnTo>
                    <a:pt x="7296" y="1613518"/>
                  </a:lnTo>
                  <a:lnTo>
                    <a:pt x="15214" y="1608173"/>
                  </a:lnTo>
                  <a:lnTo>
                    <a:pt x="24910" y="1606213"/>
                  </a:lnTo>
                  <a:lnTo>
                    <a:pt x="34607" y="1608173"/>
                  </a:lnTo>
                  <a:lnTo>
                    <a:pt x="42525" y="1613518"/>
                  </a:lnTo>
                  <a:lnTo>
                    <a:pt x="47864" y="1621447"/>
                  </a:lnTo>
                  <a:lnTo>
                    <a:pt x="49821" y="1631155"/>
                  </a:lnTo>
                  <a:lnTo>
                    <a:pt x="47864" y="1640863"/>
                  </a:lnTo>
                  <a:lnTo>
                    <a:pt x="42525" y="1648791"/>
                  </a:lnTo>
                  <a:lnTo>
                    <a:pt x="34607" y="1654137"/>
                  </a:lnTo>
                  <a:lnTo>
                    <a:pt x="24910" y="1656097"/>
                  </a:lnTo>
                  <a:close/>
                </a:path>
                <a:path w="6162040" h="6475095">
                  <a:moveTo>
                    <a:pt x="898010" y="1656097"/>
                  </a:moveTo>
                  <a:lnTo>
                    <a:pt x="888314" y="1654137"/>
                  </a:lnTo>
                  <a:lnTo>
                    <a:pt x="880395" y="1648791"/>
                  </a:lnTo>
                  <a:lnTo>
                    <a:pt x="875057" y="1640863"/>
                  </a:lnTo>
                  <a:lnTo>
                    <a:pt x="873099" y="1631155"/>
                  </a:lnTo>
                  <a:lnTo>
                    <a:pt x="875057" y="1621447"/>
                  </a:lnTo>
                  <a:lnTo>
                    <a:pt x="880395" y="1613518"/>
                  </a:lnTo>
                  <a:lnTo>
                    <a:pt x="888314" y="1608173"/>
                  </a:lnTo>
                  <a:lnTo>
                    <a:pt x="898010" y="1606213"/>
                  </a:lnTo>
                  <a:lnTo>
                    <a:pt x="907707" y="1608173"/>
                  </a:lnTo>
                  <a:lnTo>
                    <a:pt x="915625" y="1613518"/>
                  </a:lnTo>
                  <a:lnTo>
                    <a:pt x="920963" y="1621447"/>
                  </a:lnTo>
                  <a:lnTo>
                    <a:pt x="922921" y="1631155"/>
                  </a:lnTo>
                  <a:lnTo>
                    <a:pt x="920963" y="1640863"/>
                  </a:lnTo>
                  <a:lnTo>
                    <a:pt x="915624" y="1648791"/>
                  </a:lnTo>
                  <a:lnTo>
                    <a:pt x="907706" y="1654137"/>
                  </a:lnTo>
                  <a:lnTo>
                    <a:pt x="898010" y="1656097"/>
                  </a:lnTo>
                  <a:close/>
                </a:path>
                <a:path w="6162040" h="6475095">
                  <a:moveTo>
                    <a:pt x="1771112" y="1656097"/>
                  </a:moveTo>
                  <a:lnTo>
                    <a:pt x="1761416" y="1654137"/>
                  </a:lnTo>
                  <a:lnTo>
                    <a:pt x="1753498" y="1648791"/>
                  </a:lnTo>
                  <a:lnTo>
                    <a:pt x="1748159" y="1640863"/>
                  </a:lnTo>
                  <a:lnTo>
                    <a:pt x="1746201" y="1631155"/>
                  </a:lnTo>
                  <a:lnTo>
                    <a:pt x="1748159" y="1621447"/>
                  </a:lnTo>
                  <a:lnTo>
                    <a:pt x="1753498" y="1613518"/>
                  </a:lnTo>
                  <a:lnTo>
                    <a:pt x="1761416" y="1608173"/>
                  </a:lnTo>
                  <a:lnTo>
                    <a:pt x="1771112" y="1606213"/>
                  </a:lnTo>
                  <a:lnTo>
                    <a:pt x="1780808" y="1608173"/>
                  </a:lnTo>
                  <a:lnTo>
                    <a:pt x="1788727" y="1613518"/>
                  </a:lnTo>
                  <a:lnTo>
                    <a:pt x="1794065" y="1621447"/>
                  </a:lnTo>
                  <a:lnTo>
                    <a:pt x="1796023" y="1631155"/>
                  </a:lnTo>
                  <a:lnTo>
                    <a:pt x="1794065" y="1640863"/>
                  </a:lnTo>
                  <a:lnTo>
                    <a:pt x="1788727" y="1648791"/>
                  </a:lnTo>
                  <a:lnTo>
                    <a:pt x="1780808" y="1654137"/>
                  </a:lnTo>
                  <a:lnTo>
                    <a:pt x="1771112" y="1656097"/>
                  </a:lnTo>
                  <a:close/>
                </a:path>
                <a:path w="6162040" h="6475095">
                  <a:moveTo>
                    <a:pt x="2644212" y="1656097"/>
                  </a:moveTo>
                  <a:lnTo>
                    <a:pt x="2634516" y="1654137"/>
                  </a:lnTo>
                  <a:lnTo>
                    <a:pt x="2626597" y="1648791"/>
                  </a:lnTo>
                  <a:lnTo>
                    <a:pt x="2621258" y="1640863"/>
                  </a:lnTo>
                  <a:lnTo>
                    <a:pt x="2619301" y="1631155"/>
                  </a:lnTo>
                  <a:lnTo>
                    <a:pt x="2621258" y="1621447"/>
                  </a:lnTo>
                  <a:lnTo>
                    <a:pt x="2626597" y="1613518"/>
                  </a:lnTo>
                  <a:lnTo>
                    <a:pt x="2634516" y="1608173"/>
                  </a:lnTo>
                  <a:lnTo>
                    <a:pt x="2644212" y="1606213"/>
                  </a:lnTo>
                  <a:lnTo>
                    <a:pt x="2653908" y="1608173"/>
                  </a:lnTo>
                  <a:lnTo>
                    <a:pt x="2661826" y="1613518"/>
                  </a:lnTo>
                  <a:lnTo>
                    <a:pt x="2667165" y="1621447"/>
                  </a:lnTo>
                  <a:lnTo>
                    <a:pt x="2669122" y="1631155"/>
                  </a:lnTo>
                  <a:lnTo>
                    <a:pt x="2667165" y="1640863"/>
                  </a:lnTo>
                  <a:lnTo>
                    <a:pt x="2661826" y="1648791"/>
                  </a:lnTo>
                  <a:lnTo>
                    <a:pt x="2653908" y="1654137"/>
                  </a:lnTo>
                  <a:lnTo>
                    <a:pt x="2644212" y="1656097"/>
                  </a:lnTo>
                  <a:close/>
                </a:path>
                <a:path w="6162040" h="6475095">
                  <a:moveTo>
                    <a:pt x="3517314" y="1656097"/>
                  </a:moveTo>
                  <a:lnTo>
                    <a:pt x="3507618" y="1654137"/>
                  </a:lnTo>
                  <a:lnTo>
                    <a:pt x="3499699" y="1648791"/>
                  </a:lnTo>
                  <a:lnTo>
                    <a:pt x="3494360" y="1640863"/>
                  </a:lnTo>
                  <a:lnTo>
                    <a:pt x="3492403" y="1631155"/>
                  </a:lnTo>
                  <a:lnTo>
                    <a:pt x="3494360" y="1621447"/>
                  </a:lnTo>
                  <a:lnTo>
                    <a:pt x="3499699" y="1613518"/>
                  </a:lnTo>
                  <a:lnTo>
                    <a:pt x="3507618" y="1608173"/>
                  </a:lnTo>
                  <a:lnTo>
                    <a:pt x="3517314" y="1606213"/>
                  </a:lnTo>
                  <a:lnTo>
                    <a:pt x="3527010" y="1608173"/>
                  </a:lnTo>
                  <a:lnTo>
                    <a:pt x="3534928" y="1613518"/>
                  </a:lnTo>
                  <a:lnTo>
                    <a:pt x="3540267" y="1621447"/>
                  </a:lnTo>
                  <a:lnTo>
                    <a:pt x="3542225" y="1631155"/>
                  </a:lnTo>
                  <a:lnTo>
                    <a:pt x="3540267" y="1640863"/>
                  </a:lnTo>
                  <a:lnTo>
                    <a:pt x="3534928" y="1648791"/>
                  </a:lnTo>
                  <a:lnTo>
                    <a:pt x="3527010" y="1654137"/>
                  </a:lnTo>
                  <a:lnTo>
                    <a:pt x="3517314" y="1656097"/>
                  </a:lnTo>
                  <a:close/>
                </a:path>
                <a:path w="6162040" h="6475095">
                  <a:moveTo>
                    <a:pt x="4390413" y="1656097"/>
                  </a:moveTo>
                  <a:lnTo>
                    <a:pt x="4380717" y="1654137"/>
                  </a:lnTo>
                  <a:lnTo>
                    <a:pt x="4372799" y="1648791"/>
                  </a:lnTo>
                  <a:lnTo>
                    <a:pt x="4367460" y="1640863"/>
                  </a:lnTo>
                  <a:lnTo>
                    <a:pt x="4365502" y="1631155"/>
                  </a:lnTo>
                  <a:lnTo>
                    <a:pt x="4367460" y="1621447"/>
                  </a:lnTo>
                  <a:lnTo>
                    <a:pt x="4372799" y="1613518"/>
                  </a:lnTo>
                  <a:lnTo>
                    <a:pt x="4380717" y="1608173"/>
                  </a:lnTo>
                  <a:lnTo>
                    <a:pt x="4390413" y="1606213"/>
                  </a:lnTo>
                  <a:lnTo>
                    <a:pt x="4400109" y="1608173"/>
                  </a:lnTo>
                  <a:lnTo>
                    <a:pt x="4408028" y="1613518"/>
                  </a:lnTo>
                  <a:lnTo>
                    <a:pt x="4413367" y="1621447"/>
                  </a:lnTo>
                  <a:lnTo>
                    <a:pt x="4415324" y="1631155"/>
                  </a:lnTo>
                  <a:lnTo>
                    <a:pt x="4413367" y="1640863"/>
                  </a:lnTo>
                  <a:lnTo>
                    <a:pt x="4408028" y="1648791"/>
                  </a:lnTo>
                  <a:lnTo>
                    <a:pt x="4400109" y="1654137"/>
                  </a:lnTo>
                  <a:lnTo>
                    <a:pt x="4390413" y="1656097"/>
                  </a:lnTo>
                  <a:close/>
                </a:path>
                <a:path w="6162040" h="6475095">
                  <a:moveTo>
                    <a:pt x="5263512" y="1656097"/>
                  </a:moveTo>
                  <a:lnTo>
                    <a:pt x="5253816" y="1654137"/>
                  </a:lnTo>
                  <a:lnTo>
                    <a:pt x="5245898" y="1648791"/>
                  </a:lnTo>
                  <a:lnTo>
                    <a:pt x="5240559" y="1640863"/>
                  </a:lnTo>
                  <a:lnTo>
                    <a:pt x="5238602" y="1631155"/>
                  </a:lnTo>
                  <a:lnTo>
                    <a:pt x="5240559" y="1621447"/>
                  </a:lnTo>
                  <a:lnTo>
                    <a:pt x="5245898" y="1613518"/>
                  </a:lnTo>
                  <a:lnTo>
                    <a:pt x="5253816" y="1608173"/>
                  </a:lnTo>
                  <a:lnTo>
                    <a:pt x="5263512" y="1606213"/>
                  </a:lnTo>
                  <a:lnTo>
                    <a:pt x="5273210" y="1608173"/>
                  </a:lnTo>
                  <a:lnTo>
                    <a:pt x="5281128" y="1613518"/>
                  </a:lnTo>
                  <a:lnTo>
                    <a:pt x="5286466" y="1621447"/>
                  </a:lnTo>
                  <a:lnTo>
                    <a:pt x="5288424" y="1631155"/>
                  </a:lnTo>
                  <a:lnTo>
                    <a:pt x="5286466" y="1640863"/>
                  </a:lnTo>
                  <a:lnTo>
                    <a:pt x="5281127" y="1648791"/>
                  </a:lnTo>
                  <a:lnTo>
                    <a:pt x="5273209" y="1654137"/>
                  </a:lnTo>
                  <a:lnTo>
                    <a:pt x="5263512" y="1656097"/>
                  </a:lnTo>
                  <a:close/>
                </a:path>
                <a:path w="6162040" h="6475095">
                  <a:moveTo>
                    <a:pt x="6136615" y="1656097"/>
                  </a:moveTo>
                  <a:lnTo>
                    <a:pt x="6126919" y="1654137"/>
                  </a:lnTo>
                  <a:lnTo>
                    <a:pt x="6119000" y="1648791"/>
                  </a:lnTo>
                  <a:lnTo>
                    <a:pt x="6113662" y="1640863"/>
                  </a:lnTo>
                  <a:lnTo>
                    <a:pt x="6111704" y="1631155"/>
                  </a:lnTo>
                  <a:lnTo>
                    <a:pt x="6113662" y="1621447"/>
                  </a:lnTo>
                  <a:lnTo>
                    <a:pt x="6119000" y="1613518"/>
                  </a:lnTo>
                  <a:lnTo>
                    <a:pt x="6126919" y="1608173"/>
                  </a:lnTo>
                  <a:lnTo>
                    <a:pt x="6136615" y="1606213"/>
                  </a:lnTo>
                  <a:lnTo>
                    <a:pt x="6146311" y="1608173"/>
                  </a:lnTo>
                  <a:lnTo>
                    <a:pt x="6154229" y="1613518"/>
                  </a:lnTo>
                  <a:lnTo>
                    <a:pt x="6159568" y="1621447"/>
                  </a:lnTo>
                  <a:lnTo>
                    <a:pt x="6161526" y="1631155"/>
                  </a:lnTo>
                  <a:lnTo>
                    <a:pt x="6159568" y="1640863"/>
                  </a:lnTo>
                  <a:lnTo>
                    <a:pt x="6154229" y="1648791"/>
                  </a:lnTo>
                  <a:lnTo>
                    <a:pt x="6146311" y="1654137"/>
                  </a:lnTo>
                  <a:lnTo>
                    <a:pt x="6136615" y="1656097"/>
                  </a:lnTo>
                  <a:close/>
                </a:path>
                <a:path w="6162040" h="6475095">
                  <a:moveTo>
                    <a:pt x="24910" y="2459205"/>
                  </a:moveTo>
                  <a:lnTo>
                    <a:pt x="15214" y="2457244"/>
                  </a:lnTo>
                  <a:lnTo>
                    <a:pt x="7296" y="2451899"/>
                  </a:lnTo>
                  <a:lnTo>
                    <a:pt x="1957" y="2443971"/>
                  </a:lnTo>
                  <a:lnTo>
                    <a:pt x="0" y="2434263"/>
                  </a:lnTo>
                  <a:lnTo>
                    <a:pt x="1957" y="2424555"/>
                  </a:lnTo>
                  <a:lnTo>
                    <a:pt x="7296" y="2416626"/>
                  </a:lnTo>
                  <a:lnTo>
                    <a:pt x="15214" y="2411281"/>
                  </a:lnTo>
                  <a:lnTo>
                    <a:pt x="24910" y="2409321"/>
                  </a:lnTo>
                  <a:lnTo>
                    <a:pt x="34607" y="2411281"/>
                  </a:lnTo>
                  <a:lnTo>
                    <a:pt x="42525" y="2416626"/>
                  </a:lnTo>
                  <a:lnTo>
                    <a:pt x="47864" y="2424555"/>
                  </a:lnTo>
                  <a:lnTo>
                    <a:pt x="49821" y="2434263"/>
                  </a:lnTo>
                  <a:lnTo>
                    <a:pt x="47864" y="2443971"/>
                  </a:lnTo>
                  <a:lnTo>
                    <a:pt x="42525" y="2451899"/>
                  </a:lnTo>
                  <a:lnTo>
                    <a:pt x="34607" y="2457244"/>
                  </a:lnTo>
                  <a:lnTo>
                    <a:pt x="24910" y="2459205"/>
                  </a:lnTo>
                  <a:close/>
                </a:path>
                <a:path w="6162040" h="6475095">
                  <a:moveTo>
                    <a:pt x="898010" y="2459205"/>
                  </a:moveTo>
                  <a:lnTo>
                    <a:pt x="888314" y="2457244"/>
                  </a:lnTo>
                  <a:lnTo>
                    <a:pt x="880395" y="2451899"/>
                  </a:lnTo>
                  <a:lnTo>
                    <a:pt x="875057" y="2443971"/>
                  </a:lnTo>
                  <a:lnTo>
                    <a:pt x="873099" y="2434263"/>
                  </a:lnTo>
                  <a:lnTo>
                    <a:pt x="875057" y="2424555"/>
                  </a:lnTo>
                  <a:lnTo>
                    <a:pt x="880395" y="2416626"/>
                  </a:lnTo>
                  <a:lnTo>
                    <a:pt x="888314" y="2411281"/>
                  </a:lnTo>
                  <a:lnTo>
                    <a:pt x="898010" y="2409321"/>
                  </a:lnTo>
                  <a:lnTo>
                    <a:pt x="907707" y="2411281"/>
                  </a:lnTo>
                  <a:lnTo>
                    <a:pt x="915625" y="2416626"/>
                  </a:lnTo>
                  <a:lnTo>
                    <a:pt x="920963" y="2424555"/>
                  </a:lnTo>
                  <a:lnTo>
                    <a:pt x="922921" y="2434263"/>
                  </a:lnTo>
                  <a:lnTo>
                    <a:pt x="920963" y="2443971"/>
                  </a:lnTo>
                  <a:lnTo>
                    <a:pt x="915624" y="2451899"/>
                  </a:lnTo>
                  <a:lnTo>
                    <a:pt x="907706" y="2457244"/>
                  </a:lnTo>
                  <a:lnTo>
                    <a:pt x="898010" y="2459205"/>
                  </a:lnTo>
                  <a:close/>
                </a:path>
                <a:path w="6162040" h="6475095">
                  <a:moveTo>
                    <a:pt x="1771112" y="2459205"/>
                  </a:moveTo>
                  <a:lnTo>
                    <a:pt x="1761416" y="2457244"/>
                  </a:lnTo>
                  <a:lnTo>
                    <a:pt x="1753498" y="2451899"/>
                  </a:lnTo>
                  <a:lnTo>
                    <a:pt x="1748159" y="2443971"/>
                  </a:lnTo>
                  <a:lnTo>
                    <a:pt x="1746201" y="2434263"/>
                  </a:lnTo>
                  <a:lnTo>
                    <a:pt x="1748159" y="2424555"/>
                  </a:lnTo>
                  <a:lnTo>
                    <a:pt x="1753498" y="2416626"/>
                  </a:lnTo>
                  <a:lnTo>
                    <a:pt x="1761416" y="2411281"/>
                  </a:lnTo>
                  <a:lnTo>
                    <a:pt x="1771112" y="2409321"/>
                  </a:lnTo>
                  <a:lnTo>
                    <a:pt x="1780808" y="2411281"/>
                  </a:lnTo>
                  <a:lnTo>
                    <a:pt x="1788727" y="2416626"/>
                  </a:lnTo>
                  <a:lnTo>
                    <a:pt x="1794065" y="2424555"/>
                  </a:lnTo>
                  <a:lnTo>
                    <a:pt x="1796023" y="2434263"/>
                  </a:lnTo>
                  <a:lnTo>
                    <a:pt x="1794065" y="2443971"/>
                  </a:lnTo>
                  <a:lnTo>
                    <a:pt x="1788727" y="2451899"/>
                  </a:lnTo>
                  <a:lnTo>
                    <a:pt x="1780808" y="2457244"/>
                  </a:lnTo>
                  <a:lnTo>
                    <a:pt x="1771112" y="2459205"/>
                  </a:lnTo>
                  <a:close/>
                </a:path>
                <a:path w="6162040" h="6475095">
                  <a:moveTo>
                    <a:pt x="2644212" y="2459205"/>
                  </a:moveTo>
                  <a:lnTo>
                    <a:pt x="2634516" y="2457244"/>
                  </a:lnTo>
                  <a:lnTo>
                    <a:pt x="2626597" y="2451899"/>
                  </a:lnTo>
                  <a:lnTo>
                    <a:pt x="2621258" y="2443971"/>
                  </a:lnTo>
                  <a:lnTo>
                    <a:pt x="2619301" y="2434263"/>
                  </a:lnTo>
                  <a:lnTo>
                    <a:pt x="2621258" y="2424555"/>
                  </a:lnTo>
                  <a:lnTo>
                    <a:pt x="2626597" y="2416626"/>
                  </a:lnTo>
                  <a:lnTo>
                    <a:pt x="2634516" y="2411281"/>
                  </a:lnTo>
                  <a:lnTo>
                    <a:pt x="2644212" y="2409321"/>
                  </a:lnTo>
                  <a:lnTo>
                    <a:pt x="2653908" y="2411281"/>
                  </a:lnTo>
                  <a:lnTo>
                    <a:pt x="2661826" y="2416626"/>
                  </a:lnTo>
                  <a:lnTo>
                    <a:pt x="2667165" y="2424555"/>
                  </a:lnTo>
                  <a:lnTo>
                    <a:pt x="2669122" y="2434263"/>
                  </a:lnTo>
                  <a:lnTo>
                    <a:pt x="2667165" y="2443971"/>
                  </a:lnTo>
                  <a:lnTo>
                    <a:pt x="2661826" y="2451899"/>
                  </a:lnTo>
                  <a:lnTo>
                    <a:pt x="2653908" y="2457244"/>
                  </a:lnTo>
                  <a:lnTo>
                    <a:pt x="2644212" y="2459205"/>
                  </a:lnTo>
                  <a:close/>
                </a:path>
                <a:path w="6162040" h="6475095">
                  <a:moveTo>
                    <a:pt x="3517314" y="2459205"/>
                  </a:moveTo>
                  <a:lnTo>
                    <a:pt x="3507618" y="2457244"/>
                  </a:lnTo>
                  <a:lnTo>
                    <a:pt x="3499699" y="2451899"/>
                  </a:lnTo>
                  <a:lnTo>
                    <a:pt x="3494360" y="2443971"/>
                  </a:lnTo>
                  <a:lnTo>
                    <a:pt x="3492403" y="2434263"/>
                  </a:lnTo>
                  <a:lnTo>
                    <a:pt x="3494360" y="2424555"/>
                  </a:lnTo>
                  <a:lnTo>
                    <a:pt x="3499699" y="2416626"/>
                  </a:lnTo>
                  <a:lnTo>
                    <a:pt x="3507618" y="2411281"/>
                  </a:lnTo>
                  <a:lnTo>
                    <a:pt x="3517314" y="2409321"/>
                  </a:lnTo>
                  <a:lnTo>
                    <a:pt x="3527010" y="2411281"/>
                  </a:lnTo>
                  <a:lnTo>
                    <a:pt x="3534928" y="2416626"/>
                  </a:lnTo>
                  <a:lnTo>
                    <a:pt x="3540267" y="2424555"/>
                  </a:lnTo>
                  <a:lnTo>
                    <a:pt x="3542225" y="2434263"/>
                  </a:lnTo>
                  <a:lnTo>
                    <a:pt x="3540267" y="2443971"/>
                  </a:lnTo>
                  <a:lnTo>
                    <a:pt x="3534928" y="2451899"/>
                  </a:lnTo>
                  <a:lnTo>
                    <a:pt x="3527010" y="2457244"/>
                  </a:lnTo>
                  <a:lnTo>
                    <a:pt x="3517314" y="2459205"/>
                  </a:lnTo>
                  <a:close/>
                </a:path>
                <a:path w="6162040" h="6475095">
                  <a:moveTo>
                    <a:pt x="4390413" y="2459205"/>
                  </a:moveTo>
                  <a:lnTo>
                    <a:pt x="4380717" y="2457244"/>
                  </a:lnTo>
                  <a:lnTo>
                    <a:pt x="4372799" y="2451899"/>
                  </a:lnTo>
                  <a:lnTo>
                    <a:pt x="4367460" y="2443971"/>
                  </a:lnTo>
                  <a:lnTo>
                    <a:pt x="4365502" y="2434263"/>
                  </a:lnTo>
                  <a:lnTo>
                    <a:pt x="4367460" y="2424555"/>
                  </a:lnTo>
                  <a:lnTo>
                    <a:pt x="4372799" y="2416626"/>
                  </a:lnTo>
                  <a:lnTo>
                    <a:pt x="4380717" y="2411281"/>
                  </a:lnTo>
                  <a:lnTo>
                    <a:pt x="4390413" y="2409321"/>
                  </a:lnTo>
                  <a:lnTo>
                    <a:pt x="4400109" y="2411281"/>
                  </a:lnTo>
                  <a:lnTo>
                    <a:pt x="4408028" y="2416626"/>
                  </a:lnTo>
                  <a:lnTo>
                    <a:pt x="4413367" y="2424555"/>
                  </a:lnTo>
                  <a:lnTo>
                    <a:pt x="4415324" y="2434263"/>
                  </a:lnTo>
                  <a:lnTo>
                    <a:pt x="4413367" y="2443971"/>
                  </a:lnTo>
                  <a:lnTo>
                    <a:pt x="4408028" y="2451899"/>
                  </a:lnTo>
                  <a:lnTo>
                    <a:pt x="4400109" y="2457244"/>
                  </a:lnTo>
                  <a:lnTo>
                    <a:pt x="4390413" y="2459205"/>
                  </a:lnTo>
                  <a:close/>
                </a:path>
                <a:path w="6162040" h="6475095">
                  <a:moveTo>
                    <a:pt x="5263512" y="2459205"/>
                  </a:moveTo>
                  <a:lnTo>
                    <a:pt x="5253816" y="2457244"/>
                  </a:lnTo>
                  <a:lnTo>
                    <a:pt x="5245898" y="2451899"/>
                  </a:lnTo>
                  <a:lnTo>
                    <a:pt x="5240559" y="2443971"/>
                  </a:lnTo>
                  <a:lnTo>
                    <a:pt x="5238602" y="2434263"/>
                  </a:lnTo>
                  <a:lnTo>
                    <a:pt x="5240559" y="2424555"/>
                  </a:lnTo>
                  <a:lnTo>
                    <a:pt x="5245898" y="2416626"/>
                  </a:lnTo>
                  <a:lnTo>
                    <a:pt x="5253816" y="2411281"/>
                  </a:lnTo>
                  <a:lnTo>
                    <a:pt x="5263512" y="2409321"/>
                  </a:lnTo>
                  <a:lnTo>
                    <a:pt x="5273210" y="2411281"/>
                  </a:lnTo>
                  <a:lnTo>
                    <a:pt x="5281128" y="2416626"/>
                  </a:lnTo>
                  <a:lnTo>
                    <a:pt x="5286466" y="2424555"/>
                  </a:lnTo>
                  <a:lnTo>
                    <a:pt x="5288424" y="2434263"/>
                  </a:lnTo>
                  <a:lnTo>
                    <a:pt x="5286466" y="2443971"/>
                  </a:lnTo>
                  <a:lnTo>
                    <a:pt x="5281127" y="2451899"/>
                  </a:lnTo>
                  <a:lnTo>
                    <a:pt x="5273209" y="2457244"/>
                  </a:lnTo>
                  <a:lnTo>
                    <a:pt x="5263512" y="2459205"/>
                  </a:lnTo>
                  <a:close/>
                </a:path>
                <a:path w="6162040" h="6475095">
                  <a:moveTo>
                    <a:pt x="6136615" y="2459205"/>
                  </a:moveTo>
                  <a:lnTo>
                    <a:pt x="6126919" y="2457244"/>
                  </a:lnTo>
                  <a:lnTo>
                    <a:pt x="6119000" y="2451899"/>
                  </a:lnTo>
                  <a:lnTo>
                    <a:pt x="6113662" y="2443971"/>
                  </a:lnTo>
                  <a:lnTo>
                    <a:pt x="6111704" y="2434263"/>
                  </a:lnTo>
                  <a:lnTo>
                    <a:pt x="6113662" y="2424555"/>
                  </a:lnTo>
                  <a:lnTo>
                    <a:pt x="6119000" y="2416626"/>
                  </a:lnTo>
                  <a:lnTo>
                    <a:pt x="6126919" y="2411281"/>
                  </a:lnTo>
                  <a:lnTo>
                    <a:pt x="6136615" y="2409321"/>
                  </a:lnTo>
                  <a:lnTo>
                    <a:pt x="6146311" y="2411281"/>
                  </a:lnTo>
                  <a:lnTo>
                    <a:pt x="6154229" y="2416626"/>
                  </a:lnTo>
                  <a:lnTo>
                    <a:pt x="6159568" y="2424555"/>
                  </a:lnTo>
                  <a:lnTo>
                    <a:pt x="6161526" y="2434263"/>
                  </a:lnTo>
                  <a:lnTo>
                    <a:pt x="6159568" y="2443971"/>
                  </a:lnTo>
                  <a:lnTo>
                    <a:pt x="6154229" y="2451899"/>
                  </a:lnTo>
                  <a:lnTo>
                    <a:pt x="6146311" y="2457244"/>
                  </a:lnTo>
                  <a:lnTo>
                    <a:pt x="6136615" y="2459205"/>
                  </a:lnTo>
                  <a:close/>
                </a:path>
                <a:path w="6162040" h="6475095">
                  <a:moveTo>
                    <a:pt x="24910" y="3262313"/>
                  </a:moveTo>
                  <a:lnTo>
                    <a:pt x="15214" y="3260353"/>
                  </a:lnTo>
                  <a:lnTo>
                    <a:pt x="7296" y="3255007"/>
                  </a:lnTo>
                  <a:lnTo>
                    <a:pt x="1957" y="3247079"/>
                  </a:lnTo>
                  <a:lnTo>
                    <a:pt x="0" y="3237371"/>
                  </a:lnTo>
                  <a:lnTo>
                    <a:pt x="1958" y="3227661"/>
                  </a:lnTo>
                  <a:lnTo>
                    <a:pt x="7298" y="3219733"/>
                  </a:lnTo>
                  <a:lnTo>
                    <a:pt x="15216" y="3214388"/>
                  </a:lnTo>
                  <a:lnTo>
                    <a:pt x="24910" y="3212429"/>
                  </a:lnTo>
                  <a:lnTo>
                    <a:pt x="34607" y="3214389"/>
                  </a:lnTo>
                  <a:lnTo>
                    <a:pt x="42526" y="3219734"/>
                  </a:lnTo>
                  <a:lnTo>
                    <a:pt x="47864" y="3227663"/>
                  </a:lnTo>
                  <a:lnTo>
                    <a:pt x="49821" y="3237371"/>
                  </a:lnTo>
                  <a:lnTo>
                    <a:pt x="47864" y="3247079"/>
                  </a:lnTo>
                  <a:lnTo>
                    <a:pt x="42525" y="3255007"/>
                  </a:lnTo>
                  <a:lnTo>
                    <a:pt x="34607" y="3260353"/>
                  </a:lnTo>
                  <a:lnTo>
                    <a:pt x="24910" y="3262313"/>
                  </a:lnTo>
                  <a:close/>
                </a:path>
                <a:path w="6162040" h="6475095">
                  <a:moveTo>
                    <a:pt x="898010" y="3262313"/>
                  </a:moveTo>
                  <a:lnTo>
                    <a:pt x="888314" y="3260353"/>
                  </a:lnTo>
                  <a:lnTo>
                    <a:pt x="880395" y="3255007"/>
                  </a:lnTo>
                  <a:lnTo>
                    <a:pt x="875057" y="3247079"/>
                  </a:lnTo>
                  <a:lnTo>
                    <a:pt x="873099" y="3237371"/>
                  </a:lnTo>
                  <a:lnTo>
                    <a:pt x="875057" y="3227661"/>
                  </a:lnTo>
                  <a:lnTo>
                    <a:pt x="880397" y="3219733"/>
                  </a:lnTo>
                  <a:lnTo>
                    <a:pt x="888316" y="3214388"/>
                  </a:lnTo>
                  <a:lnTo>
                    <a:pt x="898010" y="3212429"/>
                  </a:lnTo>
                  <a:lnTo>
                    <a:pt x="907708" y="3214389"/>
                  </a:lnTo>
                  <a:lnTo>
                    <a:pt x="915626" y="3219734"/>
                  </a:lnTo>
                  <a:lnTo>
                    <a:pt x="920964" y="3227663"/>
                  </a:lnTo>
                  <a:lnTo>
                    <a:pt x="922921" y="3237371"/>
                  </a:lnTo>
                  <a:lnTo>
                    <a:pt x="920963" y="3247079"/>
                  </a:lnTo>
                  <a:lnTo>
                    <a:pt x="915624" y="3255007"/>
                  </a:lnTo>
                  <a:lnTo>
                    <a:pt x="907706" y="3260353"/>
                  </a:lnTo>
                  <a:lnTo>
                    <a:pt x="898010" y="3262313"/>
                  </a:lnTo>
                  <a:close/>
                </a:path>
                <a:path w="6162040" h="6475095">
                  <a:moveTo>
                    <a:pt x="1771112" y="3262313"/>
                  </a:moveTo>
                  <a:lnTo>
                    <a:pt x="1761416" y="3260353"/>
                  </a:lnTo>
                  <a:lnTo>
                    <a:pt x="1753498" y="3255007"/>
                  </a:lnTo>
                  <a:lnTo>
                    <a:pt x="1748159" y="3247079"/>
                  </a:lnTo>
                  <a:lnTo>
                    <a:pt x="1746201" y="3237371"/>
                  </a:lnTo>
                  <a:lnTo>
                    <a:pt x="1748160" y="3227661"/>
                  </a:lnTo>
                  <a:lnTo>
                    <a:pt x="1753499" y="3219733"/>
                  </a:lnTo>
                  <a:lnTo>
                    <a:pt x="1761418" y="3214388"/>
                  </a:lnTo>
                  <a:lnTo>
                    <a:pt x="1771112" y="3212429"/>
                  </a:lnTo>
                  <a:lnTo>
                    <a:pt x="1780809" y="3214389"/>
                  </a:lnTo>
                  <a:lnTo>
                    <a:pt x="1788727" y="3219734"/>
                  </a:lnTo>
                  <a:lnTo>
                    <a:pt x="1794066" y="3227663"/>
                  </a:lnTo>
                  <a:lnTo>
                    <a:pt x="1796023" y="3237371"/>
                  </a:lnTo>
                  <a:lnTo>
                    <a:pt x="1794065" y="3247079"/>
                  </a:lnTo>
                  <a:lnTo>
                    <a:pt x="1788727" y="3255007"/>
                  </a:lnTo>
                  <a:lnTo>
                    <a:pt x="1780808" y="3260353"/>
                  </a:lnTo>
                  <a:lnTo>
                    <a:pt x="1771112" y="3262313"/>
                  </a:lnTo>
                  <a:close/>
                </a:path>
                <a:path w="6162040" h="6475095">
                  <a:moveTo>
                    <a:pt x="2644212" y="3262313"/>
                  </a:moveTo>
                  <a:lnTo>
                    <a:pt x="2634516" y="3260353"/>
                  </a:lnTo>
                  <a:lnTo>
                    <a:pt x="2626597" y="3255007"/>
                  </a:lnTo>
                  <a:lnTo>
                    <a:pt x="2621258" y="3247079"/>
                  </a:lnTo>
                  <a:lnTo>
                    <a:pt x="2619301" y="3237371"/>
                  </a:lnTo>
                  <a:lnTo>
                    <a:pt x="2621259" y="3227661"/>
                  </a:lnTo>
                  <a:lnTo>
                    <a:pt x="2626599" y="3219733"/>
                  </a:lnTo>
                  <a:lnTo>
                    <a:pt x="2634517" y="3214388"/>
                  </a:lnTo>
                  <a:lnTo>
                    <a:pt x="2644212" y="3212429"/>
                  </a:lnTo>
                  <a:lnTo>
                    <a:pt x="2653908" y="3214389"/>
                  </a:lnTo>
                  <a:lnTo>
                    <a:pt x="2661827" y="3219734"/>
                  </a:lnTo>
                  <a:lnTo>
                    <a:pt x="2667165" y="3227663"/>
                  </a:lnTo>
                  <a:lnTo>
                    <a:pt x="2669122" y="3237371"/>
                  </a:lnTo>
                  <a:lnTo>
                    <a:pt x="2667165" y="3247079"/>
                  </a:lnTo>
                  <a:lnTo>
                    <a:pt x="2661826" y="3255007"/>
                  </a:lnTo>
                  <a:lnTo>
                    <a:pt x="2653908" y="3260353"/>
                  </a:lnTo>
                  <a:lnTo>
                    <a:pt x="2644212" y="3262313"/>
                  </a:lnTo>
                  <a:close/>
                </a:path>
                <a:path w="6162040" h="6475095">
                  <a:moveTo>
                    <a:pt x="3517314" y="3262313"/>
                  </a:moveTo>
                  <a:lnTo>
                    <a:pt x="3507618" y="3260353"/>
                  </a:lnTo>
                  <a:lnTo>
                    <a:pt x="3499699" y="3255007"/>
                  </a:lnTo>
                  <a:lnTo>
                    <a:pt x="3494360" y="3247079"/>
                  </a:lnTo>
                  <a:lnTo>
                    <a:pt x="3492403" y="3237371"/>
                  </a:lnTo>
                  <a:lnTo>
                    <a:pt x="3494361" y="3227661"/>
                  </a:lnTo>
                  <a:lnTo>
                    <a:pt x="3499701" y="3219733"/>
                  </a:lnTo>
                  <a:lnTo>
                    <a:pt x="3507619" y="3214388"/>
                  </a:lnTo>
                  <a:lnTo>
                    <a:pt x="3517314" y="3212429"/>
                  </a:lnTo>
                  <a:lnTo>
                    <a:pt x="3527010" y="3214389"/>
                  </a:lnTo>
                  <a:lnTo>
                    <a:pt x="3534928" y="3219734"/>
                  </a:lnTo>
                  <a:lnTo>
                    <a:pt x="3540266" y="3227663"/>
                  </a:lnTo>
                  <a:lnTo>
                    <a:pt x="3542225" y="3237371"/>
                  </a:lnTo>
                  <a:lnTo>
                    <a:pt x="3540267" y="3247079"/>
                  </a:lnTo>
                  <a:lnTo>
                    <a:pt x="3534928" y="3255007"/>
                  </a:lnTo>
                  <a:lnTo>
                    <a:pt x="3527010" y="3260353"/>
                  </a:lnTo>
                  <a:lnTo>
                    <a:pt x="3517314" y="3262313"/>
                  </a:lnTo>
                  <a:close/>
                </a:path>
                <a:path w="6162040" h="6475095">
                  <a:moveTo>
                    <a:pt x="4390413" y="3262313"/>
                  </a:moveTo>
                  <a:lnTo>
                    <a:pt x="4380717" y="3260353"/>
                  </a:lnTo>
                  <a:lnTo>
                    <a:pt x="4372799" y="3255007"/>
                  </a:lnTo>
                  <a:lnTo>
                    <a:pt x="4367460" y="3247079"/>
                  </a:lnTo>
                  <a:lnTo>
                    <a:pt x="4365502" y="3237371"/>
                  </a:lnTo>
                  <a:lnTo>
                    <a:pt x="4367461" y="3227661"/>
                  </a:lnTo>
                  <a:lnTo>
                    <a:pt x="4372800" y="3219733"/>
                  </a:lnTo>
                  <a:lnTo>
                    <a:pt x="4380719" y="3214388"/>
                  </a:lnTo>
                  <a:lnTo>
                    <a:pt x="4390413" y="3212429"/>
                  </a:lnTo>
                  <a:lnTo>
                    <a:pt x="4400110" y="3214389"/>
                  </a:lnTo>
                  <a:lnTo>
                    <a:pt x="4408028" y="3219734"/>
                  </a:lnTo>
                  <a:lnTo>
                    <a:pt x="4413367" y="3227663"/>
                  </a:lnTo>
                  <a:lnTo>
                    <a:pt x="4415324" y="3237371"/>
                  </a:lnTo>
                  <a:lnTo>
                    <a:pt x="4413367" y="3247079"/>
                  </a:lnTo>
                  <a:lnTo>
                    <a:pt x="4408028" y="3255007"/>
                  </a:lnTo>
                  <a:lnTo>
                    <a:pt x="4400109" y="3260353"/>
                  </a:lnTo>
                  <a:lnTo>
                    <a:pt x="4390413" y="3262313"/>
                  </a:lnTo>
                  <a:close/>
                </a:path>
                <a:path w="6162040" h="6475095">
                  <a:moveTo>
                    <a:pt x="5263512" y="3262313"/>
                  </a:moveTo>
                  <a:lnTo>
                    <a:pt x="5253816" y="3260353"/>
                  </a:lnTo>
                  <a:lnTo>
                    <a:pt x="5245898" y="3255007"/>
                  </a:lnTo>
                  <a:lnTo>
                    <a:pt x="5240559" y="3247079"/>
                  </a:lnTo>
                  <a:lnTo>
                    <a:pt x="5238602" y="3237371"/>
                  </a:lnTo>
                  <a:lnTo>
                    <a:pt x="5240560" y="3227661"/>
                  </a:lnTo>
                  <a:lnTo>
                    <a:pt x="5245900" y="3219733"/>
                  </a:lnTo>
                  <a:lnTo>
                    <a:pt x="5253818" y="3214388"/>
                  </a:lnTo>
                  <a:lnTo>
                    <a:pt x="5263512" y="3212429"/>
                  </a:lnTo>
                  <a:lnTo>
                    <a:pt x="5273211" y="3214389"/>
                  </a:lnTo>
                  <a:lnTo>
                    <a:pt x="5281129" y="3219734"/>
                  </a:lnTo>
                  <a:lnTo>
                    <a:pt x="5286467" y="3227663"/>
                  </a:lnTo>
                  <a:lnTo>
                    <a:pt x="5288424" y="3237371"/>
                  </a:lnTo>
                  <a:lnTo>
                    <a:pt x="5286466" y="3247079"/>
                  </a:lnTo>
                  <a:lnTo>
                    <a:pt x="5281127" y="3255007"/>
                  </a:lnTo>
                  <a:lnTo>
                    <a:pt x="5273209" y="3260353"/>
                  </a:lnTo>
                  <a:lnTo>
                    <a:pt x="5263512" y="3262313"/>
                  </a:lnTo>
                  <a:close/>
                </a:path>
                <a:path w="6162040" h="6475095">
                  <a:moveTo>
                    <a:pt x="6136615" y="3262313"/>
                  </a:moveTo>
                  <a:lnTo>
                    <a:pt x="6126919" y="3260353"/>
                  </a:lnTo>
                  <a:lnTo>
                    <a:pt x="6119000" y="3255007"/>
                  </a:lnTo>
                  <a:lnTo>
                    <a:pt x="6113662" y="3247079"/>
                  </a:lnTo>
                  <a:lnTo>
                    <a:pt x="6111704" y="3237371"/>
                  </a:lnTo>
                  <a:lnTo>
                    <a:pt x="6113662" y="3227661"/>
                  </a:lnTo>
                  <a:lnTo>
                    <a:pt x="6119002" y="3219733"/>
                  </a:lnTo>
                  <a:lnTo>
                    <a:pt x="6126921" y="3214388"/>
                  </a:lnTo>
                  <a:lnTo>
                    <a:pt x="6136615" y="3212429"/>
                  </a:lnTo>
                  <a:lnTo>
                    <a:pt x="6146312" y="3214389"/>
                  </a:lnTo>
                  <a:lnTo>
                    <a:pt x="6154230" y="3219734"/>
                  </a:lnTo>
                  <a:lnTo>
                    <a:pt x="6159569" y="3227663"/>
                  </a:lnTo>
                  <a:lnTo>
                    <a:pt x="6161526" y="3237371"/>
                  </a:lnTo>
                  <a:lnTo>
                    <a:pt x="6159568" y="3247079"/>
                  </a:lnTo>
                  <a:lnTo>
                    <a:pt x="6154229" y="3255007"/>
                  </a:lnTo>
                  <a:lnTo>
                    <a:pt x="6146311" y="3260353"/>
                  </a:lnTo>
                  <a:lnTo>
                    <a:pt x="6136615" y="3262313"/>
                  </a:lnTo>
                  <a:close/>
                </a:path>
                <a:path w="6162040" h="6475095">
                  <a:moveTo>
                    <a:pt x="24910" y="4065419"/>
                  </a:moveTo>
                  <a:lnTo>
                    <a:pt x="15214" y="4063458"/>
                  </a:lnTo>
                  <a:lnTo>
                    <a:pt x="7296" y="4058113"/>
                  </a:lnTo>
                  <a:lnTo>
                    <a:pt x="1957" y="4050185"/>
                  </a:lnTo>
                  <a:lnTo>
                    <a:pt x="0" y="4040476"/>
                  </a:lnTo>
                  <a:lnTo>
                    <a:pt x="1957" y="4030768"/>
                  </a:lnTo>
                  <a:lnTo>
                    <a:pt x="7296" y="4022840"/>
                  </a:lnTo>
                  <a:lnTo>
                    <a:pt x="15214" y="4017494"/>
                  </a:lnTo>
                  <a:lnTo>
                    <a:pt x="24910" y="4015534"/>
                  </a:lnTo>
                  <a:lnTo>
                    <a:pt x="34607" y="4017494"/>
                  </a:lnTo>
                  <a:lnTo>
                    <a:pt x="42525" y="4022840"/>
                  </a:lnTo>
                  <a:lnTo>
                    <a:pt x="47864" y="4030768"/>
                  </a:lnTo>
                  <a:lnTo>
                    <a:pt x="49821" y="4040476"/>
                  </a:lnTo>
                  <a:lnTo>
                    <a:pt x="47864" y="4050185"/>
                  </a:lnTo>
                  <a:lnTo>
                    <a:pt x="42525" y="4058113"/>
                  </a:lnTo>
                  <a:lnTo>
                    <a:pt x="34607" y="4063458"/>
                  </a:lnTo>
                  <a:lnTo>
                    <a:pt x="24910" y="4065419"/>
                  </a:lnTo>
                  <a:close/>
                </a:path>
                <a:path w="6162040" h="6475095">
                  <a:moveTo>
                    <a:pt x="898010" y="4065419"/>
                  </a:moveTo>
                  <a:lnTo>
                    <a:pt x="888314" y="4063458"/>
                  </a:lnTo>
                  <a:lnTo>
                    <a:pt x="880395" y="4058113"/>
                  </a:lnTo>
                  <a:lnTo>
                    <a:pt x="875057" y="4050185"/>
                  </a:lnTo>
                  <a:lnTo>
                    <a:pt x="873099" y="4040476"/>
                  </a:lnTo>
                  <a:lnTo>
                    <a:pt x="875057" y="4030768"/>
                  </a:lnTo>
                  <a:lnTo>
                    <a:pt x="880395" y="4022840"/>
                  </a:lnTo>
                  <a:lnTo>
                    <a:pt x="888314" y="4017494"/>
                  </a:lnTo>
                  <a:lnTo>
                    <a:pt x="898010" y="4015534"/>
                  </a:lnTo>
                  <a:lnTo>
                    <a:pt x="907707" y="4017494"/>
                  </a:lnTo>
                  <a:lnTo>
                    <a:pt x="915625" y="4022840"/>
                  </a:lnTo>
                  <a:lnTo>
                    <a:pt x="920963" y="4030768"/>
                  </a:lnTo>
                  <a:lnTo>
                    <a:pt x="922921" y="4040476"/>
                  </a:lnTo>
                  <a:lnTo>
                    <a:pt x="920963" y="4050185"/>
                  </a:lnTo>
                  <a:lnTo>
                    <a:pt x="915624" y="4058113"/>
                  </a:lnTo>
                  <a:lnTo>
                    <a:pt x="907706" y="4063458"/>
                  </a:lnTo>
                  <a:lnTo>
                    <a:pt x="898010" y="4065419"/>
                  </a:lnTo>
                  <a:close/>
                </a:path>
                <a:path w="6162040" h="6475095">
                  <a:moveTo>
                    <a:pt x="1771112" y="4065419"/>
                  </a:moveTo>
                  <a:lnTo>
                    <a:pt x="1761416" y="4063458"/>
                  </a:lnTo>
                  <a:lnTo>
                    <a:pt x="1753498" y="4058113"/>
                  </a:lnTo>
                  <a:lnTo>
                    <a:pt x="1748159" y="4050185"/>
                  </a:lnTo>
                  <a:lnTo>
                    <a:pt x="1746201" y="4040476"/>
                  </a:lnTo>
                  <a:lnTo>
                    <a:pt x="1748159" y="4030768"/>
                  </a:lnTo>
                  <a:lnTo>
                    <a:pt x="1753498" y="4022840"/>
                  </a:lnTo>
                  <a:lnTo>
                    <a:pt x="1761416" y="4017494"/>
                  </a:lnTo>
                  <a:lnTo>
                    <a:pt x="1771112" y="4015534"/>
                  </a:lnTo>
                  <a:lnTo>
                    <a:pt x="1780808" y="4017494"/>
                  </a:lnTo>
                  <a:lnTo>
                    <a:pt x="1788727" y="4022840"/>
                  </a:lnTo>
                  <a:lnTo>
                    <a:pt x="1794065" y="4030768"/>
                  </a:lnTo>
                  <a:lnTo>
                    <a:pt x="1796023" y="4040476"/>
                  </a:lnTo>
                  <a:lnTo>
                    <a:pt x="1794065" y="4050185"/>
                  </a:lnTo>
                  <a:lnTo>
                    <a:pt x="1788727" y="4058113"/>
                  </a:lnTo>
                  <a:lnTo>
                    <a:pt x="1780808" y="4063458"/>
                  </a:lnTo>
                  <a:lnTo>
                    <a:pt x="1771112" y="4065419"/>
                  </a:lnTo>
                  <a:close/>
                </a:path>
                <a:path w="6162040" h="6475095">
                  <a:moveTo>
                    <a:pt x="2644212" y="4065419"/>
                  </a:moveTo>
                  <a:lnTo>
                    <a:pt x="2634516" y="4063458"/>
                  </a:lnTo>
                  <a:lnTo>
                    <a:pt x="2626597" y="4058113"/>
                  </a:lnTo>
                  <a:lnTo>
                    <a:pt x="2621258" y="4050185"/>
                  </a:lnTo>
                  <a:lnTo>
                    <a:pt x="2619301" y="4040476"/>
                  </a:lnTo>
                  <a:lnTo>
                    <a:pt x="2621258" y="4030768"/>
                  </a:lnTo>
                  <a:lnTo>
                    <a:pt x="2626597" y="4022840"/>
                  </a:lnTo>
                  <a:lnTo>
                    <a:pt x="2634516" y="4017494"/>
                  </a:lnTo>
                  <a:lnTo>
                    <a:pt x="2644212" y="4015534"/>
                  </a:lnTo>
                  <a:lnTo>
                    <a:pt x="2653908" y="4017494"/>
                  </a:lnTo>
                  <a:lnTo>
                    <a:pt x="2661826" y="4022840"/>
                  </a:lnTo>
                  <a:lnTo>
                    <a:pt x="2667165" y="4030768"/>
                  </a:lnTo>
                  <a:lnTo>
                    <a:pt x="2669122" y="4040476"/>
                  </a:lnTo>
                  <a:lnTo>
                    <a:pt x="2667165" y="4050185"/>
                  </a:lnTo>
                  <a:lnTo>
                    <a:pt x="2661826" y="4058113"/>
                  </a:lnTo>
                  <a:lnTo>
                    <a:pt x="2653908" y="4063458"/>
                  </a:lnTo>
                  <a:lnTo>
                    <a:pt x="2644212" y="4065419"/>
                  </a:lnTo>
                  <a:close/>
                </a:path>
                <a:path w="6162040" h="6475095">
                  <a:moveTo>
                    <a:pt x="3517314" y="4065419"/>
                  </a:moveTo>
                  <a:lnTo>
                    <a:pt x="3507618" y="4063458"/>
                  </a:lnTo>
                  <a:lnTo>
                    <a:pt x="3499699" y="4058113"/>
                  </a:lnTo>
                  <a:lnTo>
                    <a:pt x="3494360" y="4050185"/>
                  </a:lnTo>
                  <a:lnTo>
                    <a:pt x="3492403" y="4040476"/>
                  </a:lnTo>
                  <a:lnTo>
                    <a:pt x="3494360" y="4030768"/>
                  </a:lnTo>
                  <a:lnTo>
                    <a:pt x="3499699" y="4022840"/>
                  </a:lnTo>
                  <a:lnTo>
                    <a:pt x="3507618" y="4017494"/>
                  </a:lnTo>
                  <a:lnTo>
                    <a:pt x="3517314" y="4015534"/>
                  </a:lnTo>
                  <a:lnTo>
                    <a:pt x="3527010" y="4017494"/>
                  </a:lnTo>
                  <a:lnTo>
                    <a:pt x="3534927" y="4022840"/>
                  </a:lnTo>
                  <a:lnTo>
                    <a:pt x="3540266" y="4030768"/>
                  </a:lnTo>
                  <a:lnTo>
                    <a:pt x="3542225" y="4040476"/>
                  </a:lnTo>
                  <a:lnTo>
                    <a:pt x="3540267" y="4050185"/>
                  </a:lnTo>
                  <a:lnTo>
                    <a:pt x="3534928" y="4058113"/>
                  </a:lnTo>
                  <a:lnTo>
                    <a:pt x="3527010" y="4063458"/>
                  </a:lnTo>
                  <a:lnTo>
                    <a:pt x="3517314" y="4065419"/>
                  </a:lnTo>
                  <a:close/>
                </a:path>
                <a:path w="6162040" h="6475095">
                  <a:moveTo>
                    <a:pt x="4390413" y="4065419"/>
                  </a:moveTo>
                  <a:lnTo>
                    <a:pt x="4380717" y="4063458"/>
                  </a:lnTo>
                  <a:lnTo>
                    <a:pt x="4372799" y="4058113"/>
                  </a:lnTo>
                  <a:lnTo>
                    <a:pt x="4367460" y="4050185"/>
                  </a:lnTo>
                  <a:lnTo>
                    <a:pt x="4365502" y="4040476"/>
                  </a:lnTo>
                  <a:lnTo>
                    <a:pt x="4367460" y="4030768"/>
                  </a:lnTo>
                  <a:lnTo>
                    <a:pt x="4372799" y="4022840"/>
                  </a:lnTo>
                  <a:lnTo>
                    <a:pt x="4380717" y="4017494"/>
                  </a:lnTo>
                  <a:lnTo>
                    <a:pt x="4390413" y="4015534"/>
                  </a:lnTo>
                  <a:lnTo>
                    <a:pt x="4400109" y="4017494"/>
                  </a:lnTo>
                  <a:lnTo>
                    <a:pt x="4408028" y="4022840"/>
                  </a:lnTo>
                  <a:lnTo>
                    <a:pt x="4413367" y="4030768"/>
                  </a:lnTo>
                  <a:lnTo>
                    <a:pt x="4415324" y="4040476"/>
                  </a:lnTo>
                  <a:lnTo>
                    <a:pt x="4413367" y="4050185"/>
                  </a:lnTo>
                  <a:lnTo>
                    <a:pt x="4408028" y="4058113"/>
                  </a:lnTo>
                  <a:lnTo>
                    <a:pt x="4400109" y="4063458"/>
                  </a:lnTo>
                  <a:lnTo>
                    <a:pt x="4390413" y="4065419"/>
                  </a:lnTo>
                  <a:close/>
                </a:path>
                <a:path w="6162040" h="6475095">
                  <a:moveTo>
                    <a:pt x="5263512" y="4065419"/>
                  </a:moveTo>
                  <a:lnTo>
                    <a:pt x="5253816" y="4063458"/>
                  </a:lnTo>
                  <a:lnTo>
                    <a:pt x="5245898" y="4058113"/>
                  </a:lnTo>
                  <a:lnTo>
                    <a:pt x="5240559" y="4050185"/>
                  </a:lnTo>
                  <a:lnTo>
                    <a:pt x="5238602" y="4040476"/>
                  </a:lnTo>
                  <a:lnTo>
                    <a:pt x="5240559" y="4030768"/>
                  </a:lnTo>
                  <a:lnTo>
                    <a:pt x="5245898" y="4022840"/>
                  </a:lnTo>
                  <a:lnTo>
                    <a:pt x="5253816" y="4017494"/>
                  </a:lnTo>
                  <a:lnTo>
                    <a:pt x="5263512" y="4015534"/>
                  </a:lnTo>
                  <a:lnTo>
                    <a:pt x="5273210" y="4017494"/>
                  </a:lnTo>
                  <a:lnTo>
                    <a:pt x="5281128" y="4022840"/>
                  </a:lnTo>
                  <a:lnTo>
                    <a:pt x="5286466" y="4030768"/>
                  </a:lnTo>
                  <a:lnTo>
                    <a:pt x="5288424" y="4040476"/>
                  </a:lnTo>
                  <a:lnTo>
                    <a:pt x="5286466" y="4050185"/>
                  </a:lnTo>
                  <a:lnTo>
                    <a:pt x="5281127" y="4058113"/>
                  </a:lnTo>
                  <a:lnTo>
                    <a:pt x="5273209" y="4063458"/>
                  </a:lnTo>
                  <a:lnTo>
                    <a:pt x="5263512" y="4065419"/>
                  </a:lnTo>
                  <a:close/>
                </a:path>
                <a:path w="6162040" h="6475095">
                  <a:moveTo>
                    <a:pt x="6136615" y="4065419"/>
                  </a:moveTo>
                  <a:lnTo>
                    <a:pt x="6126919" y="4063458"/>
                  </a:lnTo>
                  <a:lnTo>
                    <a:pt x="6119000" y="4058113"/>
                  </a:lnTo>
                  <a:lnTo>
                    <a:pt x="6113662" y="4050185"/>
                  </a:lnTo>
                  <a:lnTo>
                    <a:pt x="6111704" y="4040476"/>
                  </a:lnTo>
                  <a:lnTo>
                    <a:pt x="6113662" y="4030768"/>
                  </a:lnTo>
                  <a:lnTo>
                    <a:pt x="6119000" y="4022840"/>
                  </a:lnTo>
                  <a:lnTo>
                    <a:pt x="6126919" y="4017494"/>
                  </a:lnTo>
                  <a:lnTo>
                    <a:pt x="6136615" y="4015534"/>
                  </a:lnTo>
                  <a:lnTo>
                    <a:pt x="6146311" y="4017494"/>
                  </a:lnTo>
                  <a:lnTo>
                    <a:pt x="6154229" y="4022840"/>
                  </a:lnTo>
                  <a:lnTo>
                    <a:pt x="6159568" y="4030768"/>
                  </a:lnTo>
                  <a:lnTo>
                    <a:pt x="6161526" y="4040476"/>
                  </a:lnTo>
                  <a:lnTo>
                    <a:pt x="6159568" y="4050185"/>
                  </a:lnTo>
                  <a:lnTo>
                    <a:pt x="6154229" y="4058113"/>
                  </a:lnTo>
                  <a:lnTo>
                    <a:pt x="6146311" y="4063458"/>
                  </a:lnTo>
                  <a:lnTo>
                    <a:pt x="6136615" y="4065419"/>
                  </a:lnTo>
                  <a:close/>
                </a:path>
                <a:path w="6162040" h="6475095">
                  <a:moveTo>
                    <a:pt x="24910" y="4868526"/>
                  </a:moveTo>
                  <a:lnTo>
                    <a:pt x="15214" y="4866566"/>
                  </a:lnTo>
                  <a:lnTo>
                    <a:pt x="7296" y="4861221"/>
                  </a:lnTo>
                  <a:lnTo>
                    <a:pt x="1957" y="4853292"/>
                  </a:lnTo>
                  <a:lnTo>
                    <a:pt x="0" y="4843584"/>
                  </a:lnTo>
                  <a:lnTo>
                    <a:pt x="1957" y="4833876"/>
                  </a:lnTo>
                  <a:lnTo>
                    <a:pt x="7296" y="4825948"/>
                  </a:lnTo>
                  <a:lnTo>
                    <a:pt x="15214" y="4820602"/>
                  </a:lnTo>
                  <a:lnTo>
                    <a:pt x="24910" y="4818642"/>
                  </a:lnTo>
                  <a:lnTo>
                    <a:pt x="34607" y="4820602"/>
                  </a:lnTo>
                  <a:lnTo>
                    <a:pt x="42525" y="4825948"/>
                  </a:lnTo>
                  <a:lnTo>
                    <a:pt x="47864" y="4833876"/>
                  </a:lnTo>
                  <a:lnTo>
                    <a:pt x="49821" y="4843584"/>
                  </a:lnTo>
                  <a:lnTo>
                    <a:pt x="47864" y="4853292"/>
                  </a:lnTo>
                  <a:lnTo>
                    <a:pt x="42525" y="4861221"/>
                  </a:lnTo>
                  <a:lnTo>
                    <a:pt x="34607" y="4866566"/>
                  </a:lnTo>
                  <a:lnTo>
                    <a:pt x="24910" y="4868526"/>
                  </a:lnTo>
                  <a:close/>
                </a:path>
                <a:path w="6162040" h="6475095">
                  <a:moveTo>
                    <a:pt x="898010" y="4868526"/>
                  </a:moveTo>
                  <a:lnTo>
                    <a:pt x="888314" y="4866566"/>
                  </a:lnTo>
                  <a:lnTo>
                    <a:pt x="880395" y="4861221"/>
                  </a:lnTo>
                  <a:lnTo>
                    <a:pt x="875057" y="4853292"/>
                  </a:lnTo>
                  <a:lnTo>
                    <a:pt x="873099" y="4843584"/>
                  </a:lnTo>
                  <a:lnTo>
                    <a:pt x="875057" y="4833876"/>
                  </a:lnTo>
                  <a:lnTo>
                    <a:pt x="880395" y="4825948"/>
                  </a:lnTo>
                  <a:lnTo>
                    <a:pt x="888314" y="4820602"/>
                  </a:lnTo>
                  <a:lnTo>
                    <a:pt x="898010" y="4818642"/>
                  </a:lnTo>
                  <a:lnTo>
                    <a:pt x="907707" y="4820602"/>
                  </a:lnTo>
                  <a:lnTo>
                    <a:pt x="915625" y="4825948"/>
                  </a:lnTo>
                  <a:lnTo>
                    <a:pt x="920963" y="4833876"/>
                  </a:lnTo>
                  <a:lnTo>
                    <a:pt x="922921" y="4843584"/>
                  </a:lnTo>
                  <a:lnTo>
                    <a:pt x="920963" y="4853292"/>
                  </a:lnTo>
                  <a:lnTo>
                    <a:pt x="915624" y="4861221"/>
                  </a:lnTo>
                  <a:lnTo>
                    <a:pt x="907706" y="4866566"/>
                  </a:lnTo>
                  <a:lnTo>
                    <a:pt x="898010" y="4868526"/>
                  </a:lnTo>
                  <a:close/>
                </a:path>
                <a:path w="6162040" h="6475095">
                  <a:moveTo>
                    <a:pt x="1771112" y="4868526"/>
                  </a:moveTo>
                  <a:lnTo>
                    <a:pt x="1761416" y="4866566"/>
                  </a:lnTo>
                  <a:lnTo>
                    <a:pt x="1753498" y="4861221"/>
                  </a:lnTo>
                  <a:lnTo>
                    <a:pt x="1748159" y="4853292"/>
                  </a:lnTo>
                  <a:lnTo>
                    <a:pt x="1746201" y="4843584"/>
                  </a:lnTo>
                  <a:lnTo>
                    <a:pt x="1748159" y="4833876"/>
                  </a:lnTo>
                  <a:lnTo>
                    <a:pt x="1753498" y="4825948"/>
                  </a:lnTo>
                  <a:lnTo>
                    <a:pt x="1761416" y="4820602"/>
                  </a:lnTo>
                  <a:lnTo>
                    <a:pt x="1771112" y="4818642"/>
                  </a:lnTo>
                  <a:lnTo>
                    <a:pt x="1780808" y="4820602"/>
                  </a:lnTo>
                  <a:lnTo>
                    <a:pt x="1788727" y="4825948"/>
                  </a:lnTo>
                  <a:lnTo>
                    <a:pt x="1794065" y="4833876"/>
                  </a:lnTo>
                  <a:lnTo>
                    <a:pt x="1796023" y="4843584"/>
                  </a:lnTo>
                  <a:lnTo>
                    <a:pt x="1794065" y="4853292"/>
                  </a:lnTo>
                  <a:lnTo>
                    <a:pt x="1788727" y="4861221"/>
                  </a:lnTo>
                  <a:lnTo>
                    <a:pt x="1780808" y="4866566"/>
                  </a:lnTo>
                  <a:lnTo>
                    <a:pt x="1771112" y="4868526"/>
                  </a:lnTo>
                  <a:close/>
                </a:path>
                <a:path w="6162040" h="6475095">
                  <a:moveTo>
                    <a:pt x="2644212" y="4868526"/>
                  </a:moveTo>
                  <a:lnTo>
                    <a:pt x="2634516" y="4866566"/>
                  </a:lnTo>
                  <a:lnTo>
                    <a:pt x="2626597" y="4861221"/>
                  </a:lnTo>
                  <a:lnTo>
                    <a:pt x="2621258" y="4853292"/>
                  </a:lnTo>
                  <a:lnTo>
                    <a:pt x="2619301" y="4843584"/>
                  </a:lnTo>
                  <a:lnTo>
                    <a:pt x="2621258" y="4833876"/>
                  </a:lnTo>
                  <a:lnTo>
                    <a:pt x="2626597" y="4825948"/>
                  </a:lnTo>
                  <a:lnTo>
                    <a:pt x="2634516" y="4820602"/>
                  </a:lnTo>
                  <a:lnTo>
                    <a:pt x="2644212" y="4818642"/>
                  </a:lnTo>
                  <a:lnTo>
                    <a:pt x="2653908" y="4820602"/>
                  </a:lnTo>
                  <a:lnTo>
                    <a:pt x="2661826" y="4825948"/>
                  </a:lnTo>
                  <a:lnTo>
                    <a:pt x="2667165" y="4833876"/>
                  </a:lnTo>
                  <a:lnTo>
                    <a:pt x="2669122" y="4843584"/>
                  </a:lnTo>
                  <a:lnTo>
                    <a:pt x="2667165" y="4853292"/>
                  </a:lnTo>
                  <a:lnTo>
                    <a:pt x="2661826" y="4861221"/>
                  </a:lnTo>
                  <a:lnTo>
                    <a:pt x="2653908" y="4866566"/>
                  </a:lnTo>
                  <a:lnTo>
                    <a:pt x="2644212" y="4868526"/>
                  </a:lnTo>
                  <a:close/>
                </a:path>
                <a:path w="6162040" h="6475095">
                  <a:moveTo>
                    <a:pt x="3517314" y="4868526"/>
                  </a:moveTo>
                  <a:lnTo>
                    <a:pt x="3507618" y="4866566"/>
                  </a:lnTo>
                  <a:lnTo>
                    <a:pt x="3499699" y="4861221"/>
                  </a:lnTo>
                  <a:lnTo>
                    <a:pt x="3494360" y="4853292"/>
                  </a:lnTo>
                  <a:lnTo>
                    <a:pt x="3492403" y="4843584"/>
                  </a:lnTo>
                  <a:lnTo>
                    <a:pt x="3494360" y="4833876"/>
                  </a:lnTo>
                  <a:lnTo>
                    <a:pt x="3499699" y="4825948"/>
                  </a:lnTo>
                  <a:lnTo>
                    <a:pt x="3507618" y="4820602"/>
                  </a:lnTo>
                  <a:lnTo>
                    <a:pt x="3517314" y="4818642"/>
                  </a:lnTo>
                  <a:lnTo>
                    <a:pt x="3527010" y="4820602"/>
                  </a:lnTo>
                  <a:lnTo>
                    <a:pt x="3534927" y="4825948"/>
                  </a:lnTo>
                  <a:lnTo>
                    <a:pt x="3540266" y="4833876"/>
                  </a:lnTo>
                  <a:lnTo>
                    <a:pt x="3542225" y="4843584"/>
                  </a:lnTo>
                  <a:lnTo>
                    <a:pt x="3540267" y="4853292"/>
                  </a:lnTo>
                  <a:lnTo>
                    <a:pt x="3534928" y="4861221"/>
                  </a:lnTo>
                  <a:lnTo>
                    <a:pt x="3527010" y="4866566"/>
                  </a:lnTo>
                  <a:lnTo>
                    <a:pt x="3517314" y="4868526"/>
                  </a:lnTo>
                  <a:close/>
                </a:path>
                <a:path w="6162040" h="6475095">
                  <a:moveTo>
                    <a:pt x="4390413" y="4868526"/>
                  </a:moveTo>
                  <a:lnTo>
                    <a:pt x="4380717" y="4866566"/>
                  </a:lnTo>
                  <a:lnTo>
                    <a:pt x="4372799" y="4861221"/>
                  </a:lnTo>
                  <a:lnTo>
                    <a:pt x="4367460" y="4853292"/>
                  </a:lnTo>
                  <a:lnTo>
                    <a:pt x="4365502" y="4843584"/>
                  </a:lnTo>
                  <a:lnTo>
                    <a:pt x="4367460" y="4833876"/>
                  </a:lnTo>
                  <a:lnTo>
                    <a:pt x="4372799" y="4825948"/>
                  </a:lnTo>
                  <a:lnTo>
                    <a:pt x="4380717" y="4820602"/>
                  </a:lnTo>
                  <a:lnTo>
                    <a:pt x="4390413" y="4818642"/>
                  </a:lnTo>
                  <a:lnTo>
                    <a:pt x="4400109" y="4820602"/>
                  </a:lnTo>
                  <a:lnTo>
                    <a:pt x="4408028" y="4825948"/>
                  </a:lnTo>
                  <a:lnTo>
                    <a:pt x="4413367" y="4833876"/>
                  </a:lnTo>
                  <a:lnTo>
                    <a:pt x="4415324" y="4843584"/>
                  </a:lnTo>
                  <a:lnTo>
                    <a:pt x="4413367" y="4853292"/>
                  </a:lnTo>
                  <a:lnTo>
                    <a:pt x="4408028" y="4861221"/>
                  </a:lnTo>
                  <a:lnTo>
                    <a:pt x="4400109" y="4866566"/>
                  </a:lnTo>
                  <a:lnTo>
                    <a:pt x="4390413" y="4868526"/>
                  </a:lnTo>
                  <a:close/>
                </a:path>
                <a:path w="6162040" h="6475095">
                  <a:moveTo>
                    <a:pt x="5263512" y="4868526"/>
                  </a:moveTo>
                  <a:lnTo>
                    <a:pt x="5253816" y="4866566"/>
                  </a:lnTo>
                  <a:lnTo>
                    <a:pt x="5245898" y="4861221"/>
                  </a:lnTo>
                  <a:lnTo>
                    <a:pt x="5240559" y="4853292"/>
                  </a:lnTo>
                  <a:lnTo>
                    <a:pt x="5238602" y="4843584"/>
                  </a:lnTo>
                  <a:lnTo>
                    <a:pt x="5240559" y="4833876"/>
                  </a:lnTo>
                  <a:lnTo>
                    <a:pt x="5245898" y="4825948"/>
                  </a:lnTo>
                  <a:lnTo>
                    <a:pt x="5253816" y="4820602"/>
                  </a:lnTo>
                  <a:lnTo>
                    <a:pt x="5263512" y="4818642"/>
                  </a:lnTo>
                  <a:lnTo>
                    <a:pt x="5273210" y="4820602"/>
                  </a:lnTo>
                  <a:lnTo>
                    <a:pt x="5281128" y="4825948"/>
                  </a:lnTo>
                  <a:lnTo>
                    <a:pt x="5286466" y="4833876"/>
                  </a:lnTo>
                  <a:lnTo>
                    <a:pt x="5288424" y="4843584"/>
                  </a:lnTo>
                  <a:lnTo>
                    <a:pt x="5286466" y="4853292"/>
                  </a:lnTo>
                  <a:lnTo>
                    <a:pt x="5281127" y="4861221"/>
                  </a:lnTo>
                  <a:lnTo>
                    <a:pt x="5273209" y="4866566"/>
                  </a:lnTo>
                  <a:lnTo>
                    <a:pt x="5263512" y="4868526"/>
                  </a:lnTo>
                  <a:close/>
                </a:path>
                <a:path w="6162040" h="6475095">
                  <a:moveTo>
                    <a:pt x="6136615" y="4868526"/>
                  </a:moveTo>
                  <a:lnTo>
                    <a:pt x="6126919" y="4866566"/>
                  </a:lnTo>
                  <a:lnTo>
                    <a:pt x="6119000" y="4861221"/>
                  </a:lnTo>
                  <a:lnTo>
                    <a:pt x="6113662" y="4853292"/>
                  </a:lnTo>
                  <a:lnTo>
                    <a:pt x="6111704" y="4843584"/>
                  </a:lnTo>
                  <a:lnTo>
                    <a:pt x="6113662" y="4833876"/>
                  </a:lnTo>
                  <a:lnTo>
                    <a:pt x="6119000" y="4825948"/>
                  </a:lnTo>
                  <a:lnTo>
                    <a:pt x="6126919" y="4820602"/>
                  </a:lnTo>
                  <a:lnTo>
                    <a:pt x="6136615" y="4818642"/>
                  </a:lnTo>
                  <a:lnTo>
                    <a:pt x="6146311" y="4820602"/>
                  </a:lnTo>
                  <a:lnTo>
                    <a:pt x="6154229" y="4825948"/>
                  </a:lnTo>
                  <a:lnTo>
                    <a:pt x="6159568" y="4833876"/>
                  </a:lnTo>
                  <a:lnTo>
                    <a:pt x="6161526" y="4843584"/>
                  </a:lnTo>
                  <a:lnTo>
                    <a:pt x="6159568" y="4853292"/>
                  </a:lnTo>
                  <a:lnTo>
                    <a:pt x="6154229" y="4861221"/>
                  </a:lnTo>
                  <a:lnTo>
                    <a:pt x="6146311" y="4866566"/>
                  </a:lnTo>
                  <a:lnTo>
                    <a:pt x="6136615" y="4868526"/>
                  </a:lnTo>
                  <a:close/>
                </a:path>
                <a:path w="6162040" h="6475095">
                  <a:moveTo>
                    <a:pt x="24910" y="5671634"/>
                  </a:moveTo>
                  <a:lnTo>
                    <a:pt x="15214" y="5669674"/>
                  </a:lnTo>
                  <a:lnTo>
                    <a:pt x="7296" y="5664329"/>
                  </a:lnTo>
                  <a:lnTo>
                    <a:pt x="1957" y="5656400"/>
                  </a:lnTo>
                  <a:lnTo>
                    <a:pt x="0" y="5646692"/>
                  </a:lnTo>
                  <a:lnTo>
                    <a:pt x="1957" y="5636984"/>
                  </a:lnTo>
                  <a:lnTo>
                    <a:pt x="7296" y="5629056"/>
                  </a:lnTo>
                  <a:lnTo>
                    <a:pt x="15214" y="5623710"/>
                  </a:lnTo>
                  <a:lnTo>
                    <a:pt x="24910" y="5621750"/>
                  </a:lnTo>
                  <a:lnTo>
                    <a:pt x="34607" y="5623710"/>
                  </a:lnTo>
                  <a:lnTo>
                    <a:pt x="42525" y="5629056"/>
                  </a:lnTo>
                  <a:lnTo>
                    <a:pt x="47864" y="5636984"/>
                  </a:lnTo>
                  <a:lnTo>
                    <a:pt x="49821" y="5646692"/>
                  </a:lnTo>
                  <a:lnTo>
                    <a:pt x="47864" y="5656400"/>
                  </a:lnTo>
                  <a:lnTo>
                    <a:pt x="42525" y="5664329"/>
                  </a:lnTo>
                  <a:lnTo>
                    <a:pt x="34607" y="5669674"/>
                  </a:lnTo>
                  <a:lnTo>
                    <a:pt x="24910" y="5671634"/>
                  </a:lnTo>
                  <a:close/>
                </a:path>
                <a:path w="6162040" h="6475095">
                  <a:moveTo>
                    <a:pt x="898010" y="5671634"/>
                  </a:moveTo>
                  <a:lnTo>
                    <a:pt x="888314" y="5669674"/>
                  </a:lnTo>
                  <a:lnTo>
                    <a:pt x="880395" y="5664329"/>
                  </a:lnTo>
                  <a:lnTo>
                    <a:pt x="875057" y="5656400"/>
                  </a:lnTo>
                  <a:lnTo>
                    <a:pt x="873099" y="5646692"/>
                  </a:lnTo>
                  <a:lnTo>
                    <a:pt x="875057" y="5636984"/>
                  </a:lnTo>
                  <a:lnTo>
                    <a:pt x="880395" y="5629056"/>
                  </a:lnTo>
                  <a:lnTo>
                    <a:pt x="888314" y="5623710"/>
                  </a:lnTo>
                  <a:lnTo>
                    <a:pt x="898010" y="5621750"/>
                  </a:lnTo>
                  <a:lnTo>
                    <a:pt x="907707" y="5623710"/>
                  </a:lnTo>
                  <a:lnTo>
                    <a:pt x="915625" y="5629056"/>
                  </a:lnTo>
                  <a:lnTo>
                    <a:pt x="920963" y="5636984"/>
                  </a:lnTo>
                  <a:lnTo>
                    <a:pt x="922921" y="5646692"/>
                  </a:lnTo>
                  <a:lnTo>
                    <a:pt x="920963" y="5656400"/>
                  </a:lnTo>
                  <a:lnTo>
                    <a:pt x="915624" y="5664329"/>
                  </a:lnTo>
                  <a:lnTo>
                    <a:pt x="907706" y="5669674"/>
                  </a:lnTo>
                  <a:lnTo>
                    <a:pt x="898010" y="5671634"/>
                  </a:lnTo>
                  <a:close/>
                </a:path>
                <a:path w="6162040" h="6475095">
                  <a:moveTo>
                    <a:pt x="1771112" y="5671634"/>
                  </a:moveTo>
                  <a:lnTo>
                    <a:pt x="1761416" y="5669674"/>
                  </a:lnTo>
                  <a:lnTo>
                    <a:pt x="1753498" y="5664329"/>
                  </a:lnTo>
                  <a:lnTo>
                    <a:pt x="1748159" y="5656400"/>
                  </a:lnTo>
                  <a:lnTo>
                    <a:pt x="1746201" y="5646692"/>
                  </a:lnTo>
                  <a:lnTo>
                    <a:pt x="1748159" y="5636984"/>
                  </a:lnTo>
                  <a:lnTo>
                    <a:pt x="1753498" y="5629056"/>
                  </a:lnTo>
                  <a:lnTo>
                    <a:pt x="1761416" y="5623710"/>
                  </a:lnTo>
                  <a:lnTo>
                    <a:pt x="1771112" y="5621750"/>
                  </a:lnTo>
                  <a:lnTo>
                    <a:pt x="1780808" y="5623710"/>
                  </a:lnTo>
                  <a:lnTo>
                    <a:pt x="1788727" y="5629056"/>
                  </a:lnTo>
                  <a:lnTo>
                    <a:pt x="1794065" y="5636984"/>
                  </a:lnTo>
                  <a:lnTo>
                    <a:pt x="1796023" y="5646692"/>
                  </a:lnTo>
                  <a:lnTo>
                    <a:pt x="1794065" y="5656400"/>
                  </a:lnTo>
                  <a:lnTo>
                    <a:pt x="1788727" y="5664329"/>
                  </a:lnTo>
                  <a:lnTo>
                    <a:pt x="1780808" y="5669674"/>
                  </a:lnTo>
                  <a:lnTo>
                    <a:pt x="1771112" y="5671634"/>
                  </a:lnTo>
                  <a:close/>
                </a:path>
                <a:path w="6162040" h="6475095">
                  <a:moveTo>
                    <a:pt x="2644212" y="5671634"/>
                  </a:moveTo>
                  <a:lnTo>
                    <a:pt x="2634516" y="5669674"/>
                  </a:lnTo>
                  <a:lnTo>
                    <a:pt x="2626597" y="5664329"/>
                  </a:lnTo>
                  <a:lnTo>
                    <a:pt x="2621258" y="5656400"/>
                  </a:lnTo>
                  <a:lnTo>
                    <a:pt x="2619301" y="5646692"/>
                  </a:lnTo>
                  <a:lnTo>
                    <a:pt x="2621258" y="5636984"/>
                  </a:lnTo>
                  <a:lnTo>
                    <a:pt x="2626597" y="5629056"/>
                  </a:lnTo>
                  <a:lnTo>
                    <a:pt x="2634516" y="5623710"/>
                  </a:lnTo>
                  <a:lnTo>
                    <a:pt x="2644212" y="5621750"/>
                  </a:lnTo>
                  <a:lnTo>
                    <a:pt x="2653908" y="5623710"/>
                  </a:lnTo>
                  <a:lnTo>
                    <a:pt x="2661826" y="5629056"/>
                  </a:lnTo>
                  <a:lnTo>
                    <a:pt x="2667165" y="5636984"/>
                  </a:lnTo>
                  <a:lnTo>
                    <a:pt x="2669122" y="5646692"/>
                  </a:lnTo>
                  <a:lnTo>
                    <a:pt x="2667165" y="5656400"/>
                  </a:lnTo>
                  <a:lnTo>
                    <a:pt x="2661826" y="5664329"/>
                  </a:lnTo>
                  <a:lnTo>
                    <a:pt x="2653908" y="5669674"/>
                  </a:lnTo>
                  <a:lnTo>
                    <a:pt x="2644212" y="5671634"/>
                  </a:lnTo>
                  <a:close/>
                </a:path>
                <a:path w="6162040" h="6475095">
                  <a:moveTo>
                    <a:pt x="3517314" y="5671634"/>
                  </a:moveTo>
                  <a:lnTo>
                    <a:pt x="3507618" y="5669674"/>
                  </a:lnTo>
                  <a:lnTo>
                    <a:pt x="3499699" y="5664329"/>
                  </a:lnTo>
                  <a:lnTo>
                    <a:pt x="3494360" y="5656400"/>
                  </a:lnTo>
                  <a:lnTo>
                    <a:pt x="3492403" y="5646692"/>
                  </a:lnTo>
                  <a:lnTo>
                    <a:pt x="3494360" y="5636984"/>
                  </a:lnTo>
                  <a:lnTo>
                    <a:pt x="3499699" y="5629056"/>
                  </a:lnTo>
                  <a:lnTo>
                    <a:pt x="3507618" y="5623710"/>
                  </a:lnTo>
                  <a:lnTo>
                    <a:pt x="3517314" y="5621750"/>
                  </a:lnTo>
                  <a:lnTo>
                    <a:pt x="3527010" y="5623710"/>
                  </a:lnTo>
                  <a:lnTo>
                    <a:pt x="3534927" y="5629056"/>
                  </a:lnTo>
                  <a:lnTo>
                    <a:pt x="3540266" y="5636984"/>
                  </a:lnTo>
                  <a:lnTo>
                    <a:pt x="3542225" y="5646692"/>
                  </a:lnTo>
                  <a:lnTo>
                    <a:pt x="3540267" y="5656400"/>
                  </a:lnTo>
                  <a:lnTo>
                    <a:pt x="3534928" y="5664329"/>
                  </a:lnTo>
                  <a:lnTo>
                    <a:pt x="3527010" y="5669674"/>
                  </a:lnTo>
                  <a:lnTo>
                    <a:pt x="3517314" y="5671634"/>
                  </a:lnTo>
                  <a:close/>
                </a:path>
                <a:path w="6162040" h="6475095">
                  <a:moveTo>
                    <a:pt x="4390413" y="5671634"/>
                  </a:moveTo>
                  <a:lnTo>
                    <a:pt x="4380717" y="5669674"/>
                  </a:lnTo>
                  <a:lnTo>
                    <a:pt x="4372799" y="5664329"/>
                  </a:lnTo>
                  <a:lnTo>
                    <a:pt x="4367460" y="5656400"/>
                  </a:lnTo>
                  <a:lnTo>
                    <a:pt x="4365502" y="5646692"/>
                  </a:lnTo>
                  <a:lnTo>
                    <a:pt x="4367460" y="5636984"/>
                  </a:lnTo>
                  <a:lnTo>
                    <a:pt x="4372799" y="5629056"/>
                  </a:lnTo>
                  <a:lnTo>
                    <a:pt x="4380717" y="5623710"/>
                  </a:lnTo>
                  <a:lnTo>
                    <a:pt x="4390413" y="5621750"/>
                  </a:lnTo>
                  <a:lnTo>
                    <a:pt x="4400109" y="5623710"/>
                  </a:lnTo>
                  <a:lnTo>
                    <a:pt x="4408028" y="5629056"/>
                  </a:lnTo>
                  <a:lnTo>
                    <a:pt x="4413367" y="5636984"/>
                  </a:lnTo>
                  <a:lnTo>
                    <a:pt x="4415324" y="5646692"/>
                  </a:lnTo>
                  <a:lnTo>
                    <a:pt x="4413367" y="5656400"/>
                  </a:lnTo>
                  <a:lnTo>
                    <a:pt x="4408028" y="5664329"/>
                  </a:lnTo>
                  <a:lnTo>
                    <a:pt x="4400109" y="5669674"/>
                  </a:lnTo>
                  <a:lnTo>
                    <a:pt x="4390413" y="5671634"/>
                  </a:lnTo>
                  <a:close/>
                </a:path>
                <a:path w="6162040" h="6475095">
                  <a:moveTo>
                    <a:pt x="5263512" y="5671634"/>
                  </a:moveTo>
                  <a:lnTo>
                    <a:pt x="5253816" y="5669674"/>
                  </a:lnTo>
                  <a:lnTo>
                    <a:pt x="5245898" y="5664329"/>
                  </a:lnTo>
                  <a:lnTo>
                    <a:pt x="5240559" y="5656400"/>
                  </a:lnTo>
                  <a:lnTo>
                    <a:pt x="5238602" y="5646692"/>
                  </a:lnTo>
                  <a:lnTo>
                    <a:pt x="5240559" y="5636984"/>
                  </a:lnTo>
                  <a:lnTo>
                    <a:pt x="5245898" y="5629056"/>
                  </a:lnTo>
                  <a:lnTo>
                    <a:pt x="5253816" y="5623710"/>
                  </a:lnTo>
                  <a:lnTo>
                    <a:pt x="5263512" y="5621750"/>
                  </a:lnTo>
                  <a:lnTo>
                    <a:pt x="5273210" y="5623710"/>
                  </a:lnTo>
                  <a:lnTo>
                    <a:pt x="5281128" y="5629056"/>
                  </a:lnTo>
                  <a:lnTo>
                    <a:pt x="5286466" y="5636984"/>
                  </a:lnTo>
                  <a:lnTo>
                    <a:pt x="5288424" y="5646692"/>
                  </a:lnTo>
                  <a:lnTo>
                    <a:pt x="5286466" y="5656400"/>
                  </a:lnTo>
                  <a:lnTo>
                    <a:pt x="5281127" y="5664329"/>
                  </a:lnTo>
                  <a:lnTo>
                    <a:pt x="5273209" y="5669674"/>
                  </a:lnTo>
                  <a:lnTo>
                    <a:pt x="5263512" y="5671634"/>
                  </a:lnTo>
                  <a:close/>
                </a:path>
                <a:path w="6162040" h="6475095">
                  <a:moveTo>
                    <a:pt x="6136615" y="5671634"/>
                  </a:moveTo>
                  <a:lnTo>
                    <a:pt x="6126919" y="5669674"/>
                  </a:lnTo>
                  <a:lnTo>
                    <a:pt x="6119000" y="5664329"/>
                  </a:lnTo>
                  <a:lnTo>
                    <a:pt x="6113662" y="5656400"/>
                  </a:lnTo>
                  <a:lnTo>
                    <a:pt x="6111704" y="5646692"/>
                  </a:lnTo>
                  <a:lnTo>
                    <a:pt x="6113662" y="5636984"/>
                  </a:lnTo>
                  <a:lnTo>
                    <a:pt x="6119000" y="5629056"/>
                  </a:lnTo>
                  <a:lnTo>
                    <a:pt x="6126919" y="5623710"/>
                  </a:lnTo>
                  <a:lnTo>
                    <a:pt x="6136615" y="5621750"/>
                  </a:lnTo>
                  <a:lnTo>
                    <a:pt x="6146311" y="5623710"/>
                  </a:lnTo>
                  <a:lnTo>
                    <a:pt x="6154229" y="5629056"/>
                  </a:lnTo>
                  <a:lnTo>
                    <a:pt x="6159568" y="5636984"/>
                  </a:lnTo>
                  <a:lnTo>
                    <a:pt x="6161526" y="5646692"/>
                  </a:lnTo>
                  <a:lnTo>
                    <a:pt x="6159568" y="5656400"/>
                  </a:lnTo>
                  <a:lnTo>
                    <a:pt x="6154229" y="5664329"/>
                  </a:lnTo>
                  <a:lnTo>
                    <a:pt x="6146311" y="5669674"/>
                  </a:lnTo>
                  <a:lnTo>
                    <a:pt x="6136615" y="5671634"/>
                  </a:lnTo>
                  <a:close/>
                </a:path>
                <a:path w="6162040" h="6475095">
                  <a:moveTo>
                    <a:pt x="24910" y="6474742"/>
                  </a:moveTo>
                  <a:lnTo>
                    <a:pt x="15214" y="6472782"/>
                  </a:lnTo>
                  <a:lnTo>
                    <a:pt x="7296" y="6467436"/>
                  </a:lnTo>
                  <a:lnTo>
                    <a:pt x="1957" y="6459508"/>
                  </a:lnTo>
                  <a:lnTo>
                    <a:pt x="0" y="6449800"/>
                  </a:lnTo>
                  <a:lnTo>
                    <a:pt x="1958" y="6440091"/>
                  </a:lnTo>
                  <a:lnTo>
                    <a:pt x="7298" y="6432163"/>
                  </a:lnTo>
                  <a:lnTo>
                    <a:pt x="15216" y="6426818"/>
                  </a:lnTo>
                  <a:lnTo>
                    <a:pt x="24910" y="6424858"/>
                  </a:lnTo>
                  <a:lnTo>
                    <a:pt x="34607" y="6426818"/>
                  </a:lnTo>
                  <a:lnTo>
                    <a:pt x="42526" y="6432164"/>
                  </a:lnTo>
                  <a:lnTo>
                    <a:pt x="47864" y="6440092"/>
                  </a:lnTo>
                  <a:lnTo>
                    <a:pt x="49821" y="6449800"/>
                  </a:lnTo>
                  <a:lnTo>
                    <a:pt x="47863" y="6459509"/>
                  </a:lnTo>
                  <a:lnTo>
                    <a:pt x="42524" y="6467437"/>
                  </a:lnTo>
                  <a:lnTo>
                    <a:pt x="34606" y="6472782"/>
                  </a:lnTo>
                  <a:lnTo>
                    <a:pt x="24910" y="6474742"/>
                  </a:lnTo>
                  <a:close/>
                </a:path>
                <a:path w="6162040" h="6475095">
                  <a:moveTo>
                    <a:pt x="898010" y="6474742"/>
                  </a:moveTo>
                  <a:lnTo>
                    <a:pt x="888314" y="6472782"/>
                  </a:lnTo>
                  <a:lnTo>
                    <a:pt x="880395" y="6467436"/>
                  </a:lnTo>
                  <a:lnTo>
                    <a:pt x="875056" y="6459508"/>
                  </a:lnTo>
                  <a:lnTo>
                    <a:pt x="873099" y="6449800"/>
                  </a:lnTo>
                  <a:lnTo>
                    <a:pt x="875058" y="6440091"/>
                  </a:lnTo>
                  <a:lnTo>
                    <a:pt x="880397" y="6432163"/>
                  </a:lnTo>
                  <a:lnTo>
                    <a:pt x="888316" y="6426818"/>
                  </a:lnTo>
                  <a:lnTo>
                    <a:pt x="898010" y="6424858"/>
                  </a:lnTo>
                  <a:lnTo>
                    <a:pt x="907708" y="6426818"/>
                  </a:lnTo>
                  <a:lnTo>
                    <a:pt x="915626" y="6432164"/>
                  </a:lnTo>
                  <a:lnTo>
                    <a:pt x="920964" y="6440092"/>
                  </a:lnTo>
                  <a:lnTo>
                    <a:pt x="922921" y="6449800"/>
                  </a:lnTo>
                  <a:lnTo>
                    <a:pt x="920963" y="6459509"/>
                  </a:lnTo>
                  <a:lnTo>
                    <a:pt x="915624" y="6467437"/>
                  </a:lnTo>
                  <a:lnTo>
                    <a:pt x="907705" y="6472782"/>
                  </a:lnTo>
                  <a:lnTo>
                    <a:pt x="898010" y="6474742"/>
                  </a:lnTo>
                  <a:close/>
                </a:path>
                <a:path w="6162040" h="6475095">
                  <a:moveTo>
                    <a:pt x="1771112" y="6474742"/>
                  </a:moveTo>
                  <a:lnTo>
                    <a:pt x="1761416" y="6472782"/>
                  </a:lnTo>
                  <a:lnTo>
                    <a:pt x="1753498" y="6467436"/>
                  </a:lnTo>
                  <a:lnTo>
                    <a:pt x="1748159" y="6459508"/>
                  </a:lnTo>
                  <a:lnTo>
                    <a:pt x="1746201" y="6449800"/>
                  </a:lnTo>
                  <a:lnTo>
                    <a:pt x="1748160" y="6440091"/>
                  </a:lnTo>
                  <a:lnTo>
                    <a:pt x="1753500" y="6432163"/>
                  </a:lnTo>
                  <a:lnTo>
                    <a:pt x="1761418" y="6426818"/>
                  </a:lnTo>
                  <a:lnTo>
                    <a:pt x="1771112" y="6424858"/>
                  </a:lnTo>
                  <a:lnTo>
                    <a:pt x="1780809" y="6426818"/>
                  </a:lnTo>
                  <a:lnTo>
                    <a:pt x="1788727" y="6432164"/>
                  </a:lnTo>
                  <a:lnTo>
                    <a:pt x="1794066" y="6440092"/>
                  </a:lnTo>
                  <a:lnTo>
                    <a:pt x="1796023" y="6449800"/>
                  </a:lnTo>
                  <a:lnTo>
                    <a:pt x="1794065" y="6459509"/>
                  </a:lnTo>
                  <a:lnTo>
                    <a:pt x="1788726" y="6467437"/>
                  </a:lnTo>
                  <a:lnTo>
                    <a:pt x="1780808" y="6472782"/>
                  </a:lnTo>
                  <a:lnTo>
                    <a:pt x="1771112" y="6474742"/>
                  </a:lnTo>
                  <a:close/>
                </a:path>
                <a:path w="6162040" h="6475095">
                  <a:moveTo>
                    <a:pt x="2644212" y="6474742"/>
                  </a:moveTo>
                  <a:lnTo>
                    <a:pt x="2634515" y="6472782"/>
                  </a:lnTo>
                  <a:lnTo>
                    <a:pt x="2626597" y="6467436"/>
                  </a:lnTo>
                  <a:lnTo>
                    <a:pt x="2621258" y="6459508"/>
                  </a:lnTo>
                  <a:lnTo>
                    <a:pt x="2619301" y="6449800"/>
                  </a:lnTo>
                  <a:lnTo>
                    <a:pt x="2621259" y="6440091"/>
                  </a:lnTo>
                  <a:lnTo>
                    <a:pt x="2626599" y="6432163"/>
                  </a:lnTo>
                  <a:lnTo>
                    <a:pt x="2634518" y="6426818"/>
                  </a:lnTo>
                  <a:lnTo>
                    <a:pt x="2644212" y="6424858"/>
                  </a:lnTo>
                  <a:lnTo>
                    <a:pt x="2653908" y="6426818"/>
                  </a:lnTo>
                  <a:lnTo>
                    <a:pt x="2661827" y="6432164"/>
                  </a:lnTo>
                  <a:lnTo>
                    <a:pt x="2667165" y="6440092"/>
                  </a:lnTo>
                  <a:lnTo>
                    <a:pt x="2669122" y="6449800"/>
                  </a:lnTo>
                  <a:lnTo>
                    <a:pt x="2667164" y="6459509"/>
                  </a:lnTo>
                  <a:lnTo>
                    <a:pt x="2661825" y="6467437"/>
                  </a:lnTo>
                  <a:lnTo>
                    <a:pt x="2653907" y="6472782"/>
                  </a:lnTo>
                  <a:lnTo>
                    <a:pt x="2644212" y="6474742"/>
                  </a:lnTo>
                  <a:close/>
                </a:path>
                <a:path w="6162040" h="6475095">
                  <a:moveTo>
                    <a:pt x="3517314" y="6474742"/>
                  </a:moveTo>
                  <a:lnTo>
                    <a:pt x="3507617" y="6472782"/>
                  </a:lnTo>
                  <a:lnTo>
                    <a:pt x="3499699" y="6467436"/>
                  </a:lnTo>
                  <a:lnTo>
                    <a:pt x="3494360" y="6459508"/>
                  </a:lnTo>
                  <a:lnTo>
                    <a:pt x="3492403" y="6449800"/>
                  </a:lnTo>
                  <a:lnTo>
                    <a:pt x="3494361" y="6440091"/>
                  </a:lnTo>
                  <a:lnTo>
                    <a:pt x="3499701" y="6432163"/>
                  </a:lnTo>
                  <a:lnTo>
                    <a:pt x="3507620" y="6426818"/>
                  </a:lnTo>
                  <a:lnTo>
                    <a:pt x="3517314" y="6424858"/>
                  </a:lnTo>
                  <a:lnTo>
                    <a:pt x="3527010" y="6426818"/>
                  </a:lnTo>
                  <a:lnTo>
                    <a:pt x="3534928" y="6432164"/>
                  </a:lnTo>
                  <a:lnTo>
                    <a:pt x="3540266" y="6440092"/>
                  </a:lnTo>
                  <a:lnTo>
                    <a:pt x="3542225" y="6449800"/>
                  </a:lnTo>
                  <a:lnTo>
                    <a:pt x="3540267" y="6459509"/>
                  </a:lnTo>
                  <a:lnTo>
                    <a:pt x="3534928" y="6467437"/>
                  </a:lnTo>
                  <a:lnTo>
                    <a:pt x="3527009" y="6472782"/>
                  </a:lnTo>
                  <a:lnTo>
                    <a:pt x="3517314" y="6474742"/>
                  </a:lnTo>
                  <a:close/>
                </a:path>
                <a:path w="6162040" h="6475095">
                  <a:moveTo>
                    <a:pt x="4390413" y="6474742"/>
                  </a:moveTo>
                  <a:lnTo>
                    <a:pt x="4380717" y="6472782"/>
                  </a:lnTo>
                  <a:lnTo>
                    <a:pt x="4372798" y="6467436"/>
                  </a:lnTo>
                  <a:lnTo>
                    <a:pt x="4367460" y="6459508"/>
                  </a:lnTo>
                  <a:lnTo>
                    <a:pt x="4365502" y="6449800"/>
                  </a:lnTo>
                  <a:lnTo>
                    <a:pt x="4367461" y="6440091"/>
                  </a:lnTo>
                  <a:lnTo>
                    <a:pt x="4372800" y="6432163"/>
                  </a:lnTo>
                  <a:lnTo>
                    <a:pt x="4380719" y="6426818"/>
                  </a:lnTo>
                  <a:lnTo>
                    <a:pt x="4390413" y="6424858"/>
                  </a:lnTo>
                  <a:lnTo>
                    <a:pt x="4400110" y="6426818"/>
                  </a:lnTo>
                  <a:lnTo>
                    <a:pt x="4408028" y="6432164"/>
                  </a:lnTo>
                  <a:lnTo>
                    <a:pt x="4413367" y="6440092"/>
                  </a:lnTo>
                  <a:lnTo>
                    <a:pt x="4415324" y="6449800"/>
                  </a:lnTo>
                  <a:lnTo>
                    <a:pt x="4413366" y="6459509"/>
                  </a:lnTo>
                  <a:lnTo>
                    <a:pt x="4408027" y="6467437"/>
                  </a:lnTo>
                  <a:lnTo>
                    <a:pt x="4400109" y="6472782"/>
                  </a:lnTo>
                  <a:lnTo>
                    <a:pt x="4390413" y="6474742"/>
                  </a:lnTo>
                  <a:close/>
                </a:path>
                <a:path w="6162040" h="6475095">
                  <a:moveTo>
                    <a:pt x="5263512" y="6474742"/>
                  </a:moveTo>
                  <a:lnTo>
                    <a:pt x="5253816" y="6472782"/>
                  </a:lnTo>
                  <a:lnTo>
                    <a:pt x="5245898" y="6467436"/>
                  </a:lnTo>
                  <a:lnTo>
                    <a:pt x="5240559" y="6459508"/>
                  </a:lnTo>
                  <a:lnTo>
                    <a:pt x="5238602" y="6449800"/>
                  </a:lnTo>
                  <a:lnTo>
                    <a:pt x="5240560" y="6440091"/>
                  </a:lnTo>
                  <a:lnTo>
                    <a:pt x="5245900" y="6432163"/>
                  </a:lnTo>
                  <a:lnTo>
                    <a:pt x="5253818" y="6426818"/>
                  </a:lnTo>
                  <a:lnTo>
                    <a:pt x="5263512" y="6424858"/>
                  </a:lnTo>
                  <a:lnTo>
                    <a:pt x="5273211" y="6426818"/>
                  </a:lnTo>
                  <a:lnTo>
                    <a:pt x="5281129" y="6432164"/>
                  </a:lnTo>
                  <a:lnTo>
                    <a:pt x="5286467" y="6440092"/>
                  </a:lnTo>
                  <a:lnTo>
                    <a:pt x="5288424" y="6449800"/>
                  </a:lnTo>
                  <a:lnTo>
                    <a:pt x="5286466" y="6459509"/>
                  </a:lnTo>
                  <a:lnTo>
                    <a:pt x="5281127" y="6467437"/>
                  </a:lnTo>
                  <a:lnTo>
                    <a:pt x="5273208" y="6472782"/>
                  </a:lnTo>
                  <a:lnTo>
                    <a:pt x="5263512" y="6474742"/>
                  </a:lnTo>
                  <a:close/>
                </a:path>
                <a:path w="6162040" h="6475095">
                  <a:moveTo>
                    <a:pt x="6136615" y="6474742"/>
                  </a:moveTo>
                  <a:lnTo>
                    <a:pt x="6126919" y="6472782"/>
                  </a:lnTo>
                  <a:lnTo>
                    <a:pt x="6119000" y="6467436"/>
                  </a:lnTo>
                  <a:lnTo>
                    <a:pt x="6113661" y="6459508"/>
                  </a:lnTo>
                  <a:lnTo>
                    <a:pt x="6111704" y="6449800"/>
                  </a:lnTo>
                  <a:lnTo>
                    <a:pt x="6113663" y="6440091"/>
                  </a:lnTo>
                  <a:lnTo>
                    <a:pt x="6119002" y="6432163"/>
                  </a:lnTo>
                  <a:lnTo>
                    <a:pt x="6126921" y="6426818"/>
                  </a:lnTo>
                  <a:lnTo>
                    <a:pt x="6136615" y="6424858"/>
                  </a:lnTo>
                  <a:lnTo>
                    <a:pt x="6146312" y="6426818"/>
                  </a:lnTo>
                  <a:lnTo>
                    <a:pt x="6154230" y="6432164"/>
                  </a:lnTo>
                  <a:lnTo>
                    <a:pt x="6159569" y="6440092"/>
                  </a:lnTo>
                  <a:lnTo>
                    <a:pt x="6161526" y="6449800"/>
                  </a:lnTo>
                  <a:lnTo>
                    <a:pt x="6159568" y="6459509"/>
                  </a:lnTo>
                  <a:lnTo>
                    <a:pt x="6154229" y="6467437"/>
                  </a:lnTo>
                  <a:lnTo>
                    <a:pt x="6146311" y="6472782"/>
                  </a:lnTo>
                  <a:lnTo>
                    <a:pt x="6136615" y="6474742"/>
                  </a:lnTo>
                  <a:close/>
                </a:path>
              </a:pathLst>
            </a:custGeom>
            <a:solidFill>
              <a:srgbClr val="DDD9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7485" y="1613360"/>
              <a:ext cx="6941498" cy="76454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42545">
              <a:lnSpc>
                <a:spcPct val="116700"/>
              </a:lnSpc>
              <a:spcBef>
                <a:spcPts val="95"/>
              </a:spcBef>
            </a:pPr>
            <a:r>
              <a:rPr dirty="0" spc="-60"/>
              <a:t>Herramientas</a:t>
            </a:r>
            <a:r>
              <a:rPr dirty="0" spc="260"/>
              <a:t> </a:t>
            </a:r>
            <a:r>
              <a:rPr dirty="0" spc="-200"/>
              <a:t>de </a:t>
            </a:r>
            <a:r>
              <a:rPr dirty="0" spc="-1505"/>
              <a:t> </a:t>
            </a:r>
            <a:r>
              <a:rPr dirty="0" spc="110"/>
              <a:t>V</a:t>
            </a:r>
            <a:r>
              <a:rPr dirty="0" spc="-20"/>
              <a:t>u</a:t>
            </a:r>
            <a:r>
              <a:rPr dirty="0" spc="-5"/>
              <a:t>l</a:t>
            </a:r>
            <a:r>
              <a:rPr dirty="0" spc="40"/>
              <a:t>n</a:t>
            </a:r>
            <a:r>
              <a:rPr dirty="0" spc="-254"/>
              <a:t>e</a:t>
            </a:r>
            <a:r>
              <a:rPr dirty="0" spc="-10"/>
              <a:t>r</a:t>
            </a:r>
            <a:r>
              <a:rPr dirty="0" spc="40"/>
              <a:t>a</a:t>
            </a:r>
            <a:r>
              <a:rPr dirty="0" spc="-140"/>
              <a:t>b</a:t>
            </a:r>
            <a:r>
              <a:rPr dirty="0" spc="-55"/>
              <a:t>i</a:t>
            </a:r>
            <a:r>
              <a:rPr dirty="0" spc="-5"/>
              <a:t>l</a:t>
            </a:r>
            <a:r>
              <a:rPr dirty="0" spc="-55"/>
              <a:t>i</a:t>
            </a:r>
            <a:r>
              <a:rPr dirty="0" spc="-145"/>
              <a:t>d</a:t>
            </a:r>
            <a:r>
              <a:rPr dirty="0" spc="40"/>
              <a:t>a</a:t>
            </a:r>
            <a:r>
              <a:rPr dirty="0" spc="-145"/>
              <a:t>d</a:t>
            </a:r>
            <a:r>
              <a:rPr dirty="0" spc="-254"/>
              <a:t>e</a:t>
            </a:r>
            <a:r>
              <a:rPr dirty="0" spc="15"/>
              <a:t>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41000"/>
              </a:lnSpc>
              <a:spcBef>
                <a:spcPts val="90"/>
              </a:spcBef>
              <a:tabLst>
                <a:tab pos="5020945" algn="l"/>
              </a:tabLst>
            </a:pPr>
            <a:r>
              <a:rPr dirty="0" spc="300"/>
              <a:t>S</a:t>
            </a:r>
            <a:r>
              <a:rPr dirty="0" spc="70"/>
              <a:t>o</a:t>
            </a:r>
            <a:r>
              <a:rPr dirty="0" spc="50"/>
              <a:t>f</a:t>
            </a:r>
            <a:r>
              <a:rPr dirty="0" spc="30"/>
              <a:t>t</a:t>
            </a:r>
            <a:r>
              <a:rPr dirty="0" spc="495"/>
              <a:t>w</a:t>
            </a:r>
            <a:r>
              <a:rPr dirty="0" spc="35"/>
              <a:t>a</a:t>
            </a:r>
            <a:r>
              <a:rPr dirty="0" spc="-30"/>
              <a:t>r</a:t>
            </a:r>
            <a:r>
              <a:rPr dirty="0" spc="20"/>
              <a:t>e</a:t>
            </a:r>
            <a:r>
              <a:rPr dirty="0"/>
              <a:t>	</a:t>
            </a:r>
            <a:r>
              <a:rPr dirty="0" spc="155"/>
              <a:t>p</a:t>
            </a:r>
            <a:r>
              <a:rPr dirty="0" spc="35"/>
              <a:t>a</a:t>
            </a:r>
            <a:r>
              <a:rPr dirty="0" spc="-30"/>
              <a:t>r</a:t>
            </a:r>
            <a:r>
              <a:rPr dirty="0" spc="30"/>
              <a:t>a  </a:t>
            </a:r>
            <a:r>
              <a:rPr dirty="0" spc="45"/>
              <a:t>identificar</a:t>
            </a:r>
            <a:r>
              <a:rPr dirty="0" spc="50"/>
              <a:t> </a:t>
            </a:r>
            <a:r>
              <a:rPr dirty="0" spc="85"/>
              <a:t>debilidades </a:t>
            </a:r>
            <a:r>
              <a:rPr dirty="0" spc="-1455"/>
              <a:t> </a:t>
            </a:r>
            <a:r>
              <a:rPr dirty="0" spc="40"/>
              <a:t>en</a:t>
            </a:r>
            <a:r>
              <a:rPr dirty="0" spc="-260"/>
              <a:t> </a:t>
            </a:r>
            <a:r>
              <a:rPr dirty="0" spc="65"/>
              <a:t>redes</a:t>
            </a:r>
            <a:r>
              <a:rPr dirty="0" spc="-254"/>
              <a:t> </a:t>
            </a:r>
            <a:r>
              <a:rPr dirty="0" spc="95"/>
              <a:t>y</a:t>
            </a:r>
            <a:r>
              <a:rPr dirty="0" spc="-254"/>
              <a:t> </a:t>
            </a:r>
            <a:r>
              <a:rPr dirty="0" spc="40"/>
              <a:t>sistemas.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657"/>
            <a:ext cx="6055961" cy="25781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295171" y="473284"/>
            <a:ext cx="2192020" cy="2914650"/>
            <a:chOff x="6295171" y="473284"/>
            <a:chExt cx="2192020" cy="29146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5171" y="722751"/>
              <a:ext cx="1727362" cy="266499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3345" y="473284"/>
              <a:ext cx="1323757" cy="799796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6232" y="4425764"/>
            <a:ext cx="16050993" cy="5143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73310" y="722751"/>
            <a:ext cx="1727362" cy="26649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96246" y="722751"/>
            <a:ext cx="1727362" cy="266499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517822" y="689371"/>
            <a:ext cx="1727361" cy="266499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6096574" y="473284"/>
            <a:ext cx="2192020" cy="2881630"/>
            <a:chOff x="16096574" y="473284"/>
            <a:chExt cx="2192020" cy="2881630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96574" y="689371"/>
              <a:ext cx="1727361" cy="266499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964748" y="473284"/>
              <a:ext cx="1323447" cy="799796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99748" y="1456707"/>
            <a:ext cx="3838575" cy="125603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0"/>
              </a:spcBef>
            </a:pPr>
            <a:r>
              <a:rPr dirty="0" sz="3450" spc="-20">
                <a:latin typeface="Georgia"/>
                <a:cs typeface="Georgia"/>
              </a:rPr>
              <a:t>Herramientas</a:t>
            </a:r>
            <a:r>
              <a:rPr dirty="0" sz="3450" spc="130">
                <a:latin typeface="Georgia"/>
                <a:cs typeface="Georgia"/>
              </a:rPr>
              <a:t> </a:t>
            </a:r>
            <a:r>
              <a:rPr dirty="0" sz="3450" spc="-100">
                <a:latin typeface="Georgia"/>
                <a:cs typeface="Georgia"/>
              </a:rPr>
              <a:t>de </a:t>
            </a:r>
            <a:r>
              <a:rPr dirty="0" sz="3450" spc="-860">
                <a:latin typeface="Georgia"/>
                <a:cs typeface="Georgia"/>
              </a:rPr>
              <a:t> </a:t>
            </a:r>
            <a:r>
              <a:rPr dirty="0" sz="3450" spc="-25">
                <a:latin typeface="Georgia"/>
                <a:cs typeface="Georgia"/>
              </a:rPr>
              <a:t>vulnerabilidades</a:t>
            </a:r>
            <a:endParaRPr sz="3450">
              <a:latin typeface="Georgia"/>
              <a:cs typeface="Georgi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73622" y="4804298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73622" y="5756798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73622" y="6709298"/>
            <a:ext cx="114300" cy="1142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73622" y="7661798"/>
            <a:ext cx="114300" cy="1142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73622" y="8614298"/>
            <a:ext cx="114300" cy="11429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357983" y="4620243"/>
            <a:ext cx="14457044" cy="4723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" b="1">
                <a:solidFill>
                  <a:srgbClr val="18120C"/>
                </a:solidFill>
                <a:latin typeface="Trebuchet MS"/>
                <a:cs typeface="Trebuchet MS"/>
              </a:rPr>
              <a:t>Nmap:</a:t>
            </a:r>
            <a:r>
              <a:rPr dirty="0" sz="2700" spc="-114" b="1">
                <a:solidFill>
                  <a:srgbClr val="18120C"/>
                </a:solidFill>
                <a:latin typeface="Trebuchet MS"/>
                <a:cs typeface="Trebuchet MS"/>
              </a:rPr>
              <a:t> 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Escáner</a:t>
            </a:r>
            <a:r>
              <a:rPr dirty="0" sz="2700" spc="-1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de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5">
                <a:solidFill>
                  <a:srgbClr val="18120C"/>
                </a:solidFill>
                <a:latin typeface="Tahoma"/>
                <a:cs typeface="Tahoma"/>
              </a:rPr>
              <a:t>red</a:t>
            </a:r>
            <a:r>
              <a:rPr dirty="0" sz="2700" spc="-1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5">
                <a:solidFill>
                  <a:srgbClr val="18120C"/>
                </a:solidFill>
                <a:latin typeface="Tahoma"/>
                <a:cs typeface="Tahoma"/>
              </a:rPr>
              <a:t>para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descubrir</a:t>
            </a:r>
            <a:r>
              <a:rPr dirty="0" sz="2700" spc="-1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dispositivos,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puertos</a:t>
            </a:r>
            <a:r>
              <a:rPr dirty="0" sz="2700" spc="-1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y</a:t>
            </a:r>
            <a:r>
              <a:rPr dirty="0" sz="2700" spc="-1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evaluar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la</a:t>
            </a:r>
            <a:r>
              <a:rPr dirty="0" sz="2700" spc="-1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0">
                <a:solidFill>
                  <a:srgbClr val="18120C"/>
                </a:solidFill>
                <a:latin typeface="Tahoma"/>
                <a:cs typeface="Tahoma"/>
              </a:rPr>
              <a:t>seguridad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de</a:t>
            </a:r>
            <a:r>
              <a:rPr dirty="0" sz="2700" spc="-1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sistemas.</a:t>
            </a:r>
            <a:endParaRPr sz="2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</a:pPr>
            <a:r>
              <a:rPr dirty="0" sz="2700" spc="-75" b="1">
                <a:solidFill>
                  <a:srgbClr val="18120C"/>
                </a:solidFill>
                <a:latin typeface="Trebuchet MS"/>
                <a:cs typeface="Trebuchet MS"/>
              </a:rPr>
              <a:t>Joomscan:</a:t>
            </a:r>
            <a:r>
              <a:rPr dirty="0" sz="2700" spc="-110" b="1">
                <a:solidFill>
                  <a:srgbClr val="18120C"/>
                </a:solidFill>
                <a:latin typeface="Trebuchet MS"/>
                <a:cs typeface="Trebuchet MS"/>
              </a:rPr>
              <a:t> </a:t>
            </a:r>
            <a:r>
              <a:rPr dirty="0" sz="2700" spc="75">
                <a:solidFill>
                  <a:srgbClr val="18120C"/>
                </a:solidFill>
                <a:latin typeface="Tahoma"/>
                <a:cs typeface="Tahoma"/>
              </a:rPr>
              <a:t>Analiza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vulnerabilidades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en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sitios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10">
                <a:solidFill>
                  <a:srgbClr val="18120C"/>
                </a:solidFill>
                <a:latin typeface="Tahoma"/>
                <a:cs typeface="Tahoma"/>
              </a:rPr>
              <a:t>web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50">
                <a:solidFill>
                  <a:srgbClr val="18120C"/>
                </a:solidFill>
                <a:latin typeface="Tahoma"/>
                <a:cs typeface="Tahoma"/>
              </a:rPr>
              <a:t>basados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en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-55">
                <a:solidFill>
                  <a:srgbClr val="18120C"/>
                </a:solidFill>
                <a:latin typeface="Tahoma"/>
                <a:cs typeface="Tahoma"/>
              </a:rPr>
              <a:t>Joomla,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0">
                <a:solidFill>
                  <a:srgbClr val="18120C"/>
                </a:solidFill>
                <a:latin typeface="Tahoma"/>
                <a:cs typeface="Tahoma"/>
              </a:rPr>
              <a:t>ayudando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fortalecer</a:t>
            </a:r>
            <a:r>
              <a:rPr dirty="0" sz="2700" spc="-1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45">
                <a:solidFill>
                  <a:srgbClr val="18120C"/>
                </a:solidFill>
                <a:latin typeface="Tahoma"/>
                <a:cs typeface="Tahoma"/>
              </a:rPr>
              <a:t>su </a:t>
            </a:r>
            <a:r>
              <a:rPr dirty="0" sz="2700" spc="-82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seguridad.</a:t>
            </a:r>
            <a:endParaRPr sz="2700">
              <a:latin typeface="Tahoma"/>
              <a:cs typeface="Tahoma"/>
            </a:endParaRPr>
          </a:p>
          <a:p>
            <a:pPr marL="12700" marR="10160">
              <a:lnSpc>
                <a:spcPct val="115700"/>
              </a:lnSpc>
              <a:spcBef>
                <a:spcPts val="5"/>
              </a:spcBef>
            </a:pPr>
            <a:r>
              <a:rPr dirty="0" sz="2700" spc="55" b="1">
                <a:solidFill>
                  <a:srgbClr val="18120C"/>
                </a:solidFill>
                <a:latin typeface="Trebuchet MS"/>
                <a:cs typeface="Trebuchet MS"/>
              </a:rPr>
              <a:t>Wpscan:</a:t>
            </a:r>
            <a:r>
              <a:rPr dirty="0" sz="2700" spc="330" b="1">
                <a:solidFill>
                  <a:srgbClr val="18120C"/>
                </a:solidFill>
                <a:latin typeface="Trebuchet MS"/>
                <a:cs typeface="Trebuchet MS"/>
              </a:rPr>
              <a:t> </a:t>
            </a:r>
            <a:r>
              <a:rPr dirty="0" sz="2700" spc="30">
                <a:solidFill>
                  <a:srgbClr val="18120C"/>
                </a:solidFill>
                <a:latin typeface="Tahoma"/>
                <a:cs typeface="Tahoma"/>
              </a:rPr>
              <a:t>Detecta</a:t>
            </a:r>
            <a:r>
              <a:rPr dirty="0" sz="2700" spc="30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debilidades</a:t>
            </a:r>
            <a:r>
              <a:rPr dirty="0" sz="2700" spc="30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en</a:t>
            </a:r>
            <a:r>
              <a:rPr dirty="0" sz="2700" spc="30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sitios</a:t>
            </a:r>
            <a:r>
              <a:rPr dirty="0" sz="2700" spc="30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10">
                <a:solidFill>
                  <a:srgbClr val="18120C"/>
                </a:solidFill>
                <a:latin typeface="Tahoma"/>
                <a:cs typeface="Tahoma"/>
              </a:rPr>
              <a:t>web</a:t>
            </a:r>
            <a:r>
              <a:rPr dirty="0" sz="2700" spc="30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de</a:t>
            </a:r>
            <a:r>
              <a:rPr dirty="0" sz="2700" spc="30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80">
                <a:solidFill>
                  <a:srgbClr val="18120C"/>
                </a:solidFill>
                <a:latin typeface="Tahoma"/>
                <a:cs typeface="Tahoma"/>
              </a:rPr>
              <a:t>WordPress,</a:t>
            </a:r>
            <a:r>
              <a:rPr dirty="0" sz="2700" spc="30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mejorando</a:t>
            </a:r>
            <a:r>
              <a:rPr dirty="0" sz="2700" spc="30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la</a:t>
            </a:r>
            <a:r>
              <a:rPr dirty="0" sz="2700" spc="30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protección</a:t>
            </a:r>
            <a:r>
              <a:rPr dirty="0" sz="2700" spc="30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5">
                <a:solidFill>
                  <a:srgbClr val="18120C"/>
                </a:solidFill>
                <a:latin typeface="Tahoma"/>
                <a:cs typeface="Tahoma"/>
              </a:rPr>
              <a:t>contra </a:t>
            </a:r>
            <a:r>
              <a:rPr dirty="0" sz="2700" spc="-83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posibles</a:t>
            </a:r>
            <a:r>
              <a:rPr dirty="0" sz="2700" spc="-15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ataques.</a:t>
            </a:r>
            <a:endParaRPr sz="2700">
              <a:latin typeface="Tahoma"/>
              <a:cs typeface="Tahoma"/>
            </a:endParaRPr>
          </a:p>
          <a:p>
            <a:pPr marL="12700" marR="6350">
              <a:lnSpc>
                <a:spcPct val="115700"/>
              </a:lnSpc>
              <a:tabLst>
                <a:tab pos="1373505" algn="l"/>
                <a:tab pos="3256915" algn="l"/>
                <a:tab pos="4692015" algn="l"/>
                <a:tab pos="5300980" algn="l"/>
                <a:tab pos="8020050" algn="l"/>
                <a:tab pos="8933180" algn="l"/>
                <a:tab pos="10671175" algn="l"/>
                <a:tab pos="11708765" algn="l"/>
                <a:tab pos="12317730" algn="l"/>
                <a:tab pos="14066519" algn="l"/>
              </a:tabLst>
            </a:pPr>
            <a:r>
              <a:rPr dirty="0" sz="2700" spc="204" b="1">
                <a:solidFill>
                  <a:srgbClr val="18120C"/>
                </a:solidFill>
                <a:latin typeface="Trebuchet MS"/>
                <a:cs typeface="Trebuchet MS"/>
              </a:rPr>
              <a:t>N</a:t>
            </a:r>
            <a:r>
              <a:rPr dirty="0" sz="2700" spc="-125" b="1">
                <a:solidFill>
                  <a:srgbClr val="18120C"/>
                </a:solidFill>
                <a:latin typeface="Trebuchet MS"/>
                <a:cs typeface="Trebuchet MS"/>
              </a:rPr>
              <a:t>e</a:t>
            </a:r>
            <a:r>
              <a:rPr dirty="0" sz="2700" spc="140" b="1">
                <a:solidFill>
                  <a:srgbClr val="18120C"/>
                </a:solidFill>
                <a:latin typeface="Trebuchet MS"/>
                <a:cs typeface="Trebuchet MS"/>
              </a:rPr>
              <a:t>ss</a:t>
            </a:r>
            <a:r>
              <a:rPr dirty="0" sz="2700" spc="-40" b="1">
                <a:solidFill>
                  <a:srgbClr val="18120C"/>
                </a:solidFill>
                <a:latin typeface="Trebuchet MS"/>
                <a:cs typeface="Trebuchet MS"/>
              </a:rPr>
              <a:t>u</a:t>
            </a:r>
            <a:r>
              <a:rPr dirty="0" sz="2700" spc="145" b="1">
                <a:solidFill>
                  <a:srgbClr val="18120C"/>
                </a:solidFill>
                <a:latin typeface="Trebuchet MS"/>
                <a:cs typeface="Trebuchet MS"/>
              </a:rPr>
              <a:t>s</a:t>
            </a:r>
            <a:r>
              <a:rPr dirty="0" sz="2700" b="1">
                <a:solidFill>
                  <a:srgbClr val="18120C"/>
                </a:solidFill>
                <a:latin typeface="Trebuchet MS"/>
                <a:cs typeface="Trebuchet MS"/>
              </a:rPr>
              <a:t>	</a:t>
            </a:r>
            <a:r>
              <a:rPr dirty="0" sz="2700" spc="45" b="1">
                <a:solidFill>
                  <a:srgbClr val="18120C"/>
                </a:solidFill>
                <a:latin typeface="Trebuchet MS"/>
                <a:cs typeface="Trebuchet MS"/>
              </a:rPr>
              <a:t>E</a:t>
            </a:r>
            <a:r>
              <a:rPr dirty="0" sz="2700" spc="140" b="1">
                <a:solidFill>
                  <a:srgbClr val="18120C"/>
                </a:solidFill>
                <a:latin typeface="Trebuchet MS"/>
                <a:cs typeface="Trebuchet MS"/>
              </a:rPr>
              <a:t>ss</a:t>
            </a:r>
            <a:r>
              <a:rPr dirty="0" sz="2700" spc="-125" b="1">
                <a:solidFill>
                  <a:srgbClr val="18120C"/>
                </a:solidFill>
                <a:latin typeface="Trebuchet MS"/>
                <a:cs typeface="Trebuchet MS"/>
              </a:rPr>
              <a:t>e</a:t>
            </a:r>
            <a:r>
              <a:rPr dirty="0" sz="2700" spc="-20" b="1">
                <a:solidFill>
                  <a:srgbClr val="18120C"/>
                </a:solidFill>
                <a:latin typeface="Trebuchet MS"/>
                <a:cs typeface="Trebuchet MS"/>
              </a:rPr>
              <a:t>n</a:t>
            </a:r>
            <a:r>
              <a:rPr dirty="0" sz="2700" spc="-80" b="1">
                <a:solidFill>
                  <a:srgbClr val="18120C"/>
                </a:solidFill>
                <a:latin typeface="Trebuchet MS"/>
                <a:cs typeface="Trebuchet MS"/>
              </a:rPr>
              <a:t>t</a:t>
            </a:r>
            <a:r>
              <a:rPr dirty="0" sz="2700" spc="-125" b="1">
                <a:solidFill>
                  <a:srgbClr val="18120C"/>
                </a:solidFill>
                <a:latin typeface="Trebuchet MS"/>
                <a:cs typeface="Trebuchet MS"/>
              </a:rPr>
              <a:t>i</a:t>
            </a:r>
            <a:r>
              <a:rPr dirty="0" sz="2700" spc="10" b="1">
                <a:solidFill>
                  <a:srgbClr val="18120C"/>
                </a:solidFill>
                <a:latin typeface="Trebuchet MS"/>
                <a:cs typeface="Trebuchet MS"/>
              </a:rPr>
              <a:t>a</a:t>
            </a:r>
            <a:r>
              <a:rPr dirty="0" sz="2700" spc="-120" b="1">
                <a:solidFill>
                  <a:srgbClr val="18120C"/>
                </a:solidFill>
                <a:latin typeface="Trebuchet MS"/>
                <a:cs typeface="Trebuchet MS"/>
              </a:rPr>
              <a:t>l</a:t>
            </a:r>
            <a:r>
              <a:rPr dirty="0" sz="2700" spc="140" b="1">
                <a:solidFill>
                  <a:srgbClr val="18120C"/>
                </a:solidFill>
                <a:latin typeface="Trebuchet MS"/>
                <a:cs typeface="Trebuchet MS"/>
              </a:rPr>
              <a:t>s</a:t>
            </a:r>
            <a:r>
              <a:rPr dirty="0" sz="2700" spc="-325" b="1">
                <a:solidFill>
                  <a:srgbClr val="18120C"/>
                </a:solidFill>
                <a:latin typeface="Trebuchet MS"/>
                <a:cs typeface="Trebuchet MS"/>
              </a:rPr>
              <a:t>:</a:t>
            </a:r>
            <a:r>
              <a:rPr dirty="0" sz="2700" b="1">
                <a:solidFill>
                  <a:srgbClr val="18120C"/>
                </a:solidFill>
                <a:latin typeface="Trebuchet MS"/>
                <a:cs typeface="Trebuchet MS"/>
              </a:rPr>
              <a:t>	</a:t>
            </a:r>
            <a:r>
              <a:rPr dirty="0" sz="2700" spc="50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85">
                <a:solidFill>
                  <a:srgbClr val="18120C"/>
                </a:solidFill>
                <a:latin typeface="Tahoma"/>
                <a:cs typeface="Tahoma"/>
              </a:rPr>
              <a:t>s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c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á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-20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v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u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l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b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ili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90">
                <a:solidFill>
                  <a:srgbClr val="18120C"/>
                </a:solidFill>
                <a:latin typeface="Tahoma"/>
                <a:cs typeface="Tahoma"/>
              </a:rPr>
              <a:t>s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p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t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f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c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-20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f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ll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o</a:t>
            </a:r>
            <a:r>
              <a:rPr dirty="0" sz="2700" spc="90">
                <a:solidFill>
                  <a:srgbClr val="18120C"/>
                </a:solidFill>
                <a:latin typeface="Tahoma"/>
                <a:cs typeface="Tahoma"/>
              </a:rPr>
              <a:t>s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85">
                <a:solidFill>
                  <a:srgbClr val="18120C"/>
                </a:solidFill>
                <a:latin typeface="Tahoma"/>
                <a:cs typeface="Tahoma"/>
              </a:rPr>
              <a:t>s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80">
                <a:solidFill>
                  <a:srgbClr val="18120C"/>
                </a:solidFill>
                <a:latin typeface="Tahoma"/>
                <a:cs typeface="Tahoma"/>
              </a:rPr>
              <a:t>g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u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75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15">
                <a:solidFill>
                  <a:srgbClr val="18120C"/>
                </a:solidFill>
                <a:latin typeface="Tahoma"/>
                <a:cs typeface="Tahoma"/>
              </a:rPr>
              <a:t>n 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sistemas</a:t>
            </a:r>
            <a:r>
              <a:rPr dirty="0" sz="2700" spc="-15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y</a:t>
            </a:r>
            <a:r>
              <a:rPr dirty="0" sz="2700" spc="-15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-15">
                <a:solidFill>
                  <a:srgbClr val="18120C"/>
                </a:solidFill>
                <a:latin typeface="Tahoma"/>
                <a:cs typeface="Tahoma"/>
              </a:rPr>
              <a:t>redes.</a:t>
            </a:r>
            <a:endParaRPr sz="2700">
              <a:latin typeface="Tahoma"/>
              <a:cs typeface="Tahoma"/>
            </a:endParaRPr>
          </a:p>
          <a:p>
            <a:pPr marL="12700" marR="6350">
              <a:lnSpc>
                <a:spcPct val="115700"/>
              </a:lnSpc>
              <a:tabLst>
                <a:tab pos="1174115" algn="l"/>
                <a:tab pos="3341370" algn="l"/>
                <a:tab pos="3979545" algn="l"/>
                <a:tab pos="5312410" algn="l"/>
                <a:tab pos="5949950" algn="l"/>
                <a:tab pos="7727315" algn="l"/>
                <a:tab pos="8654415" algn="l"/>
                <a:tab pos="9596120" algn="l"/>
                <a:tab pos="11318875" algn="l"/>
                <a:tab pos="14066519" algn="l"/>
              </a:tabLst>
            </a:pPr>
            <a:r>
              <a:rPr dirty="0" sz="2700" spc="240" b="1">
                <a:solidFill>
                  <a:srgbClr val="18120C"/>
                </a:solidFill>
                <a:latin typeface="Trebuchet MS"/>
                <a:cs typeface="Trebuchet MS"/>
              </a:rPr>
              <a:t>V</a:t>
            </a:r>
            <a:r>
              <a:rPr dirty="0" sz="2700" spc="-125" b="1">
                <a:solidFill>
                  <a:srgbClr val="18120C"/>
                </a:solidFill>
                <a:latin typeface="Trebuchet MS"/>
                <a:cs typeface="Trebuchet MS"/>
              </a:rPr>
              <a:t>e</a:t>
            </a:r>
            <a:r>
              <a:rPr dirty="0" sz="2700" spc="270" b="1">
                <a:solidFill>
                  <a:srgbClr val="18120C"/>
                </a:solidFill>
                <a:latin typeface="Trebuchet MS"/>
                <a:cs typeface="Trebuchet MS"/>
              </a:rPr>
              <a:t>g</a:t>
            </a:r>
            <a:r>
              <a:rPr dirty="0" sz="2700" spc="10" b="1">
                <a:solidFill>
                  <a:srgbClr val="18120C"/>
                </a:solidFill>
                <a:latin typeface="Trebuchet MS"/>
                <a:cs typeface="Trebuchet MS"/>
              </a:rPr>
              <a:t>a</a:t>
            </a:r>
            <a:r>
              <a:rPr dirty="0" sz="2700" spc="-325" b="1">
                <a:solidFill>
                  <a:srgbClr val="18120C"/>
                </a:solidFill>
                <a:latin typeface="Trebuchet MS"/>
                <a:cs typeface="Trebuchet MS"/>
              </a:rPr>
              <a:t>:</a:t>
            </a:r>
            <a:r>
              <a:rPr dirty="0" sz="2700" b="1">
                <a:solidFill>
                  <a:srgbClr val="18120C"/>
                </a:solidFill>
                <a:latin typeface="Trebuchet MS"/>
                <a:cs typeface="Trebuchet MS"/>
              </a:rPr>
              <a:t>	</a:t>
            </a:r>
            <a:r>
              <a:rPr dirty="0" sz="2700" spc="215">
                <a:solidFill>
                  <a:srgbClr val="18120C"/>
                </a:solidFill>
                <a:latin typeface="Tahoma"/>
                <a:cs typeface="Tahoma"/>
              </a:rPr>
              <a:t>H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rr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m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t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p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u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b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85">
                <a:solidFill>
                  <a:srgbClr val="18120C"/>
                </a:solidFill>
                <a:latin typeface="Tahoma"/>
                <a:cs typeface="Tahoma"/>
              </a:rPr>
              <a:t>s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80">
                <a:solidFill>
                  <a:srgbClr val="18120C"/>
                </a:solidFill>
                <a:latin typeface="Tahoma"/>
                <a:cs typeface="Tahoma"/>
              </a:rPr>
              <a:t>g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u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75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260">
                <a:solidFill>
                  <a:srgbClr val="18120C"/>
                </a:solidFill>
                <a:latin typeface="Tahoma"/>
                <a:cs typeface="Tahoma"/>
              </a:rPr>
              <a:t>w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75">
                <a:solidFill>
                  <a:srgbClr val="18120C"/>
                </a:solidFill>
                <a:latin typeface="Tahoma"/>
                <a:cs typeface="Tahoma"/>
              </a:rPr>
              <a:t>b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p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c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o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t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-20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v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u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l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b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ili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90">
                <a:solidFill>
                  <a:srgbClr val="18120C"/>
                </a:solidFill>
                <a:latin typeface="Tahoma"/>
                <a:cs typeface="Tahoma"/>
              </a:rPr>
              <a:t>s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15">
                <a:solidFill>
                  <a:srgbClr val="18120C"/>
                </a:solidFill>
                <a:latin typeface="Tahoma"/>
                <a:cs typeface="Tahoma"/>
              </a:rPr>
              <a:t>n  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aplicaciones</a:t>
            </a:r>
            <a:r>
              <a:rPr dirty="0" sz="2700" spc="-15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y</a:t>
            </a:r>
            <a:r>
              <a:rPr dirty="0" sz="2700" spc="-15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sitios.</a:t>
            </a:r>
            <a:endParaRPr sz="2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41484" y="473284"/>
            <a:ext cx="1323756" cy="79979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064419" y="473284"/>
            <a:ext cx="1323757" cy="79979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385997" y="473284"/>
            <a:ext cx="1323757" cy="7997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43594" y="4466660"/>
            <a:ext cx="4650740" cy="2159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4305" marR="5080" indent="-142240">
              <a:lnSpc>
                <a:spcPct val="116700"/>
              </a:lnSpc>
              <a:spcBef>
                <a:spcPts val="95"/>
              </a:spcBef>
            </a:pPr>
            <a:r>
              <a:rPr dirty="0" sz="6000" spc="-260">
                <a:latin typeface="Georgia"/>
                <a:cs typeface="Georgia"/>
              </a:rPr>
              <a:t>I</a:t>
            </a:r>
            <a:r>
              <a:rPr dirty="0" sz="6000" spc="40">
                <a:latin typeface="Georgia"/>
                <a:cs typeface="Georgia"/>
              </a:rPr>
              <a:t>n</a:t>
            </a:r>
            <a:r>
              <a:rPr dirty="0" sz="6000" spc="320">
                <a:latin typeface="Georgia"/>
                <a:cs typeface="Georgia"/>
              </a:rPr>
              <a:t>t</a:t>
            </a:r>
            <a:r>
              <a:rPr dirty="0" sz="6000" spc="-254">
                <a:latin typeface="Georgia"/>
                <a:cs typeface="Georgia"/>
              </a:rPr>
              <a:t>e</a:t>
            </a:r>
            <a:r>
              <a:rPr dirty="0" sz="6000" spc="-5">
                <a:latin typeface="Georgia"/>
                <a:cs typeface="Georgia"/>
              </a:rPr>
              <a:t>l</a:t>
            </a:r>
            <a:r>
              <a:rPr dirty="0" sz="6000" spc="-55">
                <a:latin typeface="Georgia"/>
                <a:cs typeface="Georgia"/>
              </a:rPr>
              <a:t>i</a:t>
            </a:r>
            <a:r>
              <a:rPr dirty="0" sz="6000" spc="100">
                <a:latin typeface="Georgia"/>
                <a:cs typeface="Georgia"/>
              </a:rPr>
              <a:t>g</a:t>
            </a:r>
            <a:r>
              <a:rPr dirty="0" sz="6000" spc="-254">
                <a:latin typeface="Georgia"/>
                <a:cs typeface="Georgia"/>
              </a:rPr>
              <a:t>e</a:t>
            </a:r>
            <a:r>
              <a:rPr dirty="0" sz="6000" spc="40">
                <a:latin typeface="Georgia"/>
                <a:cs typeface="Georgia"/>
              </a:rPr>
              <a:t>n</a:t>
            </a:r>
            <a:r>
              <a:rPr dirty="0" sz="6000" spc="-5">
                <a:latin typeface="Georgia"/>
                <a:cs typeface="Georgia"/>
              </a:rPr>
              <a:t>c</a:t>
            </a:r>
            <a:r>
              <a:rPr dirty="0" sz="6000" spc="-55">
                <a:latin typeface="Georgia"/>
                <a:cs typeface="Georgia"/>
              </a:rPr>
              <a:t>i</a:t>
            </a:r>
            <a:r>
              <a:rPr dirty="0" sz="6000" spc="25">
                <a:latin typeface="Georgia"/>
                <a:cs typeface="Georgia"/>
              </a:rPr>
              <a:t>a  </a:t>
            </a:r>
            <a:r>
              <a:rPr dirty="0" sz="6000" spc="-80">
                <a:latin typeface="Georgia"/>
                <a:cs typeface="Georgia"/>
              </a:rPr>
              <a:t>Miscelaneo</a:t>
            </a:r>
            <a:endParaRPr sz="6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658"/>
            <a:ext cx="6055961" cy="25781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214520" y="567567"/>
            <a:ext cx="2192020" cy="2914650"/>
            <a:chOff x="8214520" y="567567"/>
            <a:chExt cx="2192020" cy="29146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14520" y="817032"/>
              <a:ext cx="1727362" cy="266499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82693" y="567567"/>
              <a:ext cx="1323757" cy="799796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6232" y="4425766"/>
            <a:ext cx="16050993" cy="5143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92657" y="817032"/>
            <a:ext cx="1727362" cy="26649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115593" y="817032"/>
            <a:ext cx="1727361" cy="266499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660830" y="567567"/>
            <a:ext cx="1323757" cy="7997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983768" y="567567"/>
            <a:ext cx="1323758" cy="79979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99748" y="1456711"/>
            <a:ext cx="2710815" cy="125603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0"/>
              </a:spcBef>
            </a:pPr>
            <a:r>
              <a:rPr dirty="0" sz="3450" spc="-140">
                <a:latin typeface="Georgia"/>
                <a:cs typeface="Georgia"/>
              </a:rPr>
              <a:t>I</a:t>
            </a:r>
            <a:r>
              <a:rPr dirty="0" sz="3450" spc="40">
                <a:latin typeface="Georgia"/>
                <a:cs typeface="Georgia"/>
              </a:rPr>
              <a:t>n</a:t>
            </a:r>
            <a:r>
              <a:rPr dirty="0" sz="3450" spc="190">
                <a:latin typeface="Georgia"/>
                <a:cs typeface="Georgia"/>
              </a:rPr>
              <a:t>t</a:t>
            </a:r>
            <a:r>
              <a:rPr dirty="0" sz="3450" spc="-135">
                <a:latin typeface="Georgia"/>
                <a:cs typeface="Georgia"/>
              </a:rPr>
              <a:t>e</a:t>
            </a:r>
            <a:r>
              <a:rPr dirty="0" sz="3450" spc="5">
                <a:latin typeface="Georgia"/>
                <a:cs typeface="Georgia"/>
              </a:rPr>
              <a:t>l</a:t>
            </a:r>
            <a:r>
              <a:rPr dirty="0" sz="3450" spc="-25">
                <a:latin typeface="Georgia"/>
                <a:cs typeface="Georgia"/>
              </a:rPr>
              <a:t>i</a:t>
            </a:r>
            <a:r>
              <a:rPr dirty="0" sz="3450" spc="70">
                <a:latin typeface="Georgia"/>
                <a:cs typeface="Georgia"/>
              </a:rPr>
              <a:t>g</a:t>
            </a:r>
            <a:r>
              <a:rPr dirty="0" sz="3450" spc="-135">
                <a:latin typeface="Georgia"/>
                <a:cs typeface="Georgia"/>
              </a:rPr>
              <a:t>e</a:t>
            </a:r>
            <a:r>
              <a:rPr dirty="0" sz="3450" spc="40">
                <a:latin typeface="Georgia"/>
                <a:cs typeface="Georgia"/>
              </a:rPr>
              <a:t>n</a:t>
            </a:r>
            <a:r>
              <a:rPr dirty="0" sz="3450" spc="10">
                <a:latin typeface="Georgia"/>
                <a:cs typeface="Georgia"/>
              </a:rPr>
              <a:t>c</a:t>
            </a:r>
            <a:r>
              <a:rPr dirty="0" sz="3450" spc="-25">
                <a:latin typeface="Georgia"/>
                <a:cs typeface="Georgia"/>
              </a:rPr>
              <a:t>i</a:t>
            </a:r>
            <a:r>
              <a:rPr dirty="0" sz="3450" spc="25">
                <a:latin typeface="Georgia"/>
                <a:cs typeface="Georgia"/>
              </a:rPr>
              <a:t>a  </a:t>
            </a:r>
            <a:r>
              <a:rPr dirty="0" sz="3450" spc="-35">
                <a:latin typeface="Georgia"/>
                <a:cs typeface="Georgia"/>
              </a:rPr>
              <a:t>Misceláneo</a:t>
            </a:r>
            <a:endParaRPr sz="3450">
              <a:latin typeface="Georgia"/>
              <a:cs typeface="Georg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20804" y="5280546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20804" y="6709296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20804" y="8138046"/>
            <a:ext cx="114300" cy="1142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205165" y="5031607"/>
            <a:ext cx="14458315" cy="3835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2700" spc="-35" b="1">
                <a:solidFill>
                  <a:srgbClr val="18120C"/>
                </a:solidFill>
                <a:latin typeface="Trebuchet MS"/>
                <a:cs typeface="Trebuchet MS"/>
              </a:rPr>
              <a:t>Gobuster:</a:t>
            </a:r>
            <a:r>
              <a:rPr dirty="0" sz="2700" spc="-5" b="1">
                <a:solidFill>
                  <a:srgbClr val="18120C"/>
                </a:solidFill>
                <a:latin typeface="Trebuchet MS"/>
                <a:cs typeface="Trebuchet MS"/>
              </a:rPr>
              <a:t> 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Herramienta</a:t>
            </a:r>
            <a:r>
              <a:rPr dirty="0" sz="2700" spc="-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de</a:t>
            </a:r>
            <a:r>
              <a:rPr dirty="0" sz="2700" spc="-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0">
                <a:solidFill>
                  <a:srgbClr val="18120C"/>
                </a:solidFill>
                <a:latin typeface="Tahoma"/>
                <a:cs typeface="Tahoma"/>
              </a:rPr>
              <a:t>pruebas</a:t>
            </a:r>
            <a:r>
              <a:rPr dirty="0" sz="2700" spc="-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de</a:t>
            </a:r>
            <a:r>
              <a:rPr dirty="0" sz="2700" spc="-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0">
                <a:solidFill>
                  <a:srgbClr val="18120C"/>
                </a:solidFill>
                <a:latin typeface="Tahoma"/>
                <a:cs typeface="Tahoma"/>
              </a:rPr>
              <a:t>seguridad</a:t>
            </a:r>
            <a:r>
              <a:rPr dirty="0" sz="2700" spc="-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que</a:t>
            </a:r>
            <a:r>
              <a:rPr dirty="0" sz="2700" spc="-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busca</a:t>
            </a:r>
            <a:r>
              <a:rPr dirty="0" sz="2700" spc="-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5">
                <a:solidFill>
                  <a:srgbClr val="18120C"/>
                </a:solidFill>
                <a:latin typeface="Tahoma"/>
                <a:cs typeface="Tahoma"/>
              </a:rPr>
              <a:t>rutas</a:t>
            </a:r>
            <a:r>
              <a:rPr dirty="0" sz="2700" spc="-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ocultas</a:t>
            </a:r>
            <a:r>
              <a:rPr dirty="0" sz="2700" spc="-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en</a:t>
            </a:r>
            <a:r>
              <a:rPr dirty="0" sz="2700" spc="-4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aplicaciones</a:t>
            </a:r>
            <a:r>
              <a:rPr dirty="0" sz="2700" spc="-4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10">
                <a:solidFill>
                  <a:srgbClr val="18120C"/>
                </a:solidFill>
                <a:latin typeface="Tahoma"/>
                <a:cs typeface="Tahoma"/>
              </a:rPr>
              <a:t>web </a:t>
            </a:r>
            <a:r>
              <a:rPr dirty="0" sz="2700" spc="-82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5">
                <a:solidFill>
                  <a:srgbClr val="18120C"/>
                </a:solidFill>
                <a:latin typeface="Tahoma"/>
                <a:cs typeface="Tahoma"/>
              </a:rPr>
              <a:t>mediante</a:t>
            </a:r>
            <a:r>
              <a:rPr dirty="0" sz="2700" spc="-15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ataques</a:t>
            </a:r>
            <a:r>
              <a:rPr dirty="0" sz="2700" spc="-15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de</a:t>
            </a:r>
            <a:r>
              <a:rPr dirty="0" sz="2700" spc="-15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fuerza</a:t>
            </a:r>
            <a:r>
              <a:rPr dirty="0" sz="2700" spc="-15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bruta.</a:t>
            </a:r>
            <a:endParaRPr sz="2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0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  <a:tabLst>
                <a:tab pos="1744980" algn="l"/>
                <a:tab pos="3014345" algn="l"/>
                <a:tab pos="4269740" algn="l"/>
                <a:tab pos="4812665" algn="l"/>
                <a:tab pos="6467475" algn="l"/>
                <a:tab pos="7489825" algn="l"/>
                <a:tab pos="8224520" algn="l"/>
                <a:tab pos="9289415" algn="l"/>
                <a:tab pos="11252200" algn="l"/>
                <a:tab pos="12467590" algn="l"/>
                <a:tab pos="13005435" algn="l"/>
              </a:tabLst>
            </a:pPr>
            <a:r>
              <a:rPr dirty="0" sz="2700" spc="295" b="1">
                <a:solidFill>
                  <a:srgbClr val="18120C"/>
                </a:solidFill>
                <a:latin typeface="Trebuchet MS"/>
                <a:cs typeface="Trebuchet MS"/>
              </a:rPr>
              <a:t>D</a:t>
            </a:r>
            <a:r>
              <a:rPr dirty="0" sz="2700" spc="-40" b="1">
                <a:solidFill>
                  <a:srgbClr val="18120C"/>
                </a:solidFill>
                <a:latin typeface="Trebuchet MS"/>
                <a:cs typeface="Trebuchet MS"/>
              </a:rPr>
              <a:t>u</a:t>
            </a:r>
            <a:r>
              <a:rPr dirty="0" sz="2700" spc="30" b="1">
                <a:solidFill>
                  <a:srgbClr val="18120C"/>
                </a:solidFill>
                <a:latin typeface="Trebuchet MS"/>
                <a:cs typeface="Trebuchet MS"/>
              </a:rPr>
              <a:t>m</a:t>
            </a:r>
            <a:r>
              <a:rPr dirty="0" sz="2700" spc="40" b="1">
                <a:solidFill>
                  <a:srgbClr val="18120C"/>
                </a:solidFill>
                <a:latin typeface="Trebuchet MS"/>
                <a:cs typeface="Trebuchet MS"/>
              </a:rPr>
              <a:t>p</a:t>
            </a:r>
            <a:r>
              <a:rPr dirty="0" sz="2700" spc="140" b="1">
                <a:solidFill>
                  <a:srgbClr val="18120C"/>
                </a:solidFill>
                <a:latin typeface="Trebuchet MS"/>
                <a:cs typeface="Trebuchet MS"/>
              </a:rPr>
              <a:t>s</a:t>
            </a:r>
            <a:r>
              <a:rPr dirty="0" sz="2700" spc="-80" b="1">
                <a:solidFill>
                  <a:srgbClr val="18120C"/>
                </a:solidFill>
                <a:latin typeface="Trebuchet MS"/>
                <a:cs typeface="Trebuchet MS"/>
              </a:rPr>
              <a:t>t</a:t>
            </a:r>
            <a:r>
              <a:rPr dirty="0" sz="2700" spc="-125" b="1">
                <a:solidFill>
                  <a:srgbClr val="18120C"/>
                </a:solidFill>
                <a:latin typeface="Trebuchet MS"/>
                <a:cs typeface="Trebuchet MS"/>
              </a:rPr>
              <a:t>e</a:t>
            </a:r>
            <a:r>
              <a:rPr dirty="0" sz="2700" spc="-120" b="1">
                <a:solidFill>
                  <a:srgbClr val="18120C"/>
                </a:solidFill>
                <a:latin typeface="Trebuchet MS"/>
                <a:cs typeface="Trebuchet MS"/>
              </a:rPr>
              <a:t>r</a:t>
            </a:r>
            <a:r>
              <a:rPr dirty="0" sz="2700" b="1">
                <a:solidFill>
                  <a:srgbClr val="18120C"/>
                </a:solidFill>
                <a:latin typeface="Trebuchet MS"/>
                <a:cs typeface="Trebuchet MS"/>
              </a:rPr>
              <a:t>	</a:t>
            </a:r>
            <a:r>
              <a:rPr dirty="0" sz="2700" spc="295" b="1">
                <a:solidFill>
                  <a:srgbClr val="18120C"/>
                </a:solidFill>
                <a:latin typeface="Trebuchet MS"/>
                <a:cs typeface="Trebuchet MS"/>
              </a:rPr>
              <a:t>D</a:t>
            </a:r>
            <a:r>
              <a:rPr dirty="0" sz="2700" spc="-125" b="1">
                <a:solidFill>
                  <a:srgbClr val="18120C"/>
                </a:solidFill>
                <a:latin typeface="Trebuchet MS"/>
                <a:cs typeface="Trebuchet MS"/>
              </a:rPr>
              <a:t>i</a:t>
            </a:r>
            <a:r>
              <a:rPr dirty="0" sz="2700" spc="-10" b="1">
                <a:solidFill>
                  <a:srgbClr val="18120C"/>
                </a:solidFill>
                <a:latin typeface="Trebuchet MS"/>
                <a:cs typeface="Trebuchet MS"/>
              </a:rPr>
              <a:t>v</a:t>
            </a:r>
            <a:r>
              <a:rPr dirty="0" sz="2700" spc="-125" b="1">
                <a:solidFill>
                  <a:srgbClr val="18120C"/>
                </a:solidFill>
                <a:latin typeface="Trebuchet MS"/>
                <a:cs typeface="Trebuchet MS"/>
              </a:rPr>
              <a:t>i</a:t>
            </a:r>
            <a:r>
              <a:rPr dirty="0" sz="2700" spc="-20" b="1">
                <a:solidFill>
                  <a:srgbClr val="18120C"/>
                </a:solidFill>
                <a:latin typeface="Trebuchet MS"/>
                <a:cs typeface="Trebuchet MS"/>
              </a:rPr>
              <a:t>n</a:t>
            </a:r>
            <a:r>
              <a:rPr dirty="0" sz="2700" spc="270" b="1">
                <a:solidFill>
                  <a:srgbClr val="18120C"/>
                </a:solidFill>
                <a:latin typeface="Trebuchet MS"/>
                <a:cs typeface="Trebuchet MS"/>
              </a:rPr>
              <a:t>g</a:t>
            </a:r>
            <a:r>
              <a:rPr dirty="0" sz="2700" spc="-325" b="1">
                <a:solidFill>
                  <a:srgbClr val="18120C"/>
                </a:solidFill>
                <a:latin typeface="Trebuchet MS"/>
                <a:cs typeface="Trebuchet MS"/>
              </a:rPr>
              <a:t>:</a:t>
            </a:r>
            <a:r>
              <a:rPr dirty="0" sz="2700" b="1">
                <a:solidFill>
                  <a:srgbClr val="18120C"/>
                </a:solidFill>
                <a:latin typeface="Trebuchet MS"/>
                <a:cs typeface="Trebuchet MS"/>
              </a:rPr>
              <a:t>	</a:t>
            </a:r>
            <a:r>
              <a:rPr dirty="0" sz="2700" spc="30">
                <a:solidFill>
                  <a:srgbClr val="18120C"/>
                </a:solidFill>
                <a:latin typeface="Tahoma"/>
                <a:cs typeface="Tahoma"/>
              </a:rPr>
              <a:t>T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á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c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t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c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 spc="80">
                <a:solidFill>
                  <a:srgbClr val="18120C"/>
                </a:solidFill>
                <a:latin typeface="Tahoma"/>
                <a:cs typeface="Tahoma"/>
              </a:rPr>
              <a:t>g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í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85">
                <a:solidFill>
                  <a:srgbClr val="18120C"/>
                </a:solidFill>
                <a:latin typeface="Tahoma"/>
                <a:cs typeface="Tahoma"/>
              </a:rPr>
              <a:t>s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o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c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l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q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u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b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u</a:t>
            </a:r>
            <a:r>
              <a:rPr dirty="0" sz="2700" spc="85">
                <a:solidFill>
                  <a:srgbClr val="18120C"/>
                </a:solidFill>
                <a:latin typeface="Tahoma"/>
                <a:cs typeface="Tahoma"/>
              </a:rPr>
              <a:t>s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c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f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o</a:t>
            </a:r>
            <a:r>
              <a:rPr dirty="0" sz="2700" spc="-25">
                <a:solidFill>
                  <a:srgbClr val="18120C"/>
                </a:solidFill>
                <a:latin typeface="Tahoma"/>
                <a:cs typeface="Tahoma"/>
              </a:rPr>
              <a:t>r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m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c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i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ó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v</a:t>
            </a:r>
            <a:r>
              <a:rPr dirty="0" sz="2700" spc="5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li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o</a:t>
            </a:r>
            <a:r>
              <a:rPr dirty="0" sz="2700" spc="85">
                <a:solidFill>
                  <a:srgbClr val="18120C"/>
                </a:solidFill>
                <a:latin typeface="Tahoma"/>
                <a:cs typeface="Tahoma"/>
              </a:rPr>
              <a:t>s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n</a:t>
            </a:r>
            <a:r>
              <a:rPr dirty="0" sz="2700">
                <a:solidFill>
                  <a:srgbClr val="18120C"/>
                </a:solidFill>
                <a:latin typeface="Tahoma"/>
                <a:cs typeface="Tahoma"/>
              </a:rPr>
              <a:t>	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d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85">
                <a:solidFill>
                  <a:srgbClr val="18120C"/>
                </a:solidFill>
                <a:latin typeface="Tahoma"/>
                <a:cs typeface="Tahoma"/>
              </a:rPr>
              <a:t>s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e</a:t>
            </a:r>
            <a:r>
              <a:rPr dirty="0" sz="2700" spc="40">
                <a:solidFill>
                  <a:srgbClr val="18120C"/>
                </a:solidFill>
                <a:latin typeface="Tahoma"/>
                <a:cs typeface="Tahoma"/>
              </a:rPr>
              <a:t>c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h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o</a:t>
            </a:r>
            <a:r>
              <a:rPr dirty="0" sz="2700" spc="70">
                <a:solidFill>
                  <a:srgbClr val="18120C"/>
                </a:solidFill>
                <a:latin typeface="Tahoma"/>
                <a:cs typeface="Tahoma"/>
              </a:rPr>
              <a:t>s 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físicos</a:t>
            </a:r>
            <a:r>
              <a:rPr dirty="0" sz="2700" spc="-15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5">
                <a:solidFill>
                  <a:srgbClr val="18120C"/>
                </a:solidFill>
                <a:latin typeface="Tahoma"/>
                <a:cs typeface="Tahoma"/>
              </a:rPr>
              <a:t>para</a:t>
            </a:r>
            <a:r>
              <a:rPr dirty="0" sz="2700" spc="-15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-5">
                <a:solidFill>
                  <a:srgbClr val="18120C"/>
                </a:solidFill>
                <a:latin typeface="Tahoma"/>
                <a:cs typeface="Tahoma"/>
              </a:rPr>
              <a:t>ataques.</a:t>
            </a:r>
            <a:endParaRPr sz="2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00">
              <a:latin typeface="Tahoma"/>
              <a:cs typeface="Tahoma"/>
            </a:endParaRPr>
          </a:p>
          <a:p>
            <a:pPr marL="12700" marR="6350">
              <a:lnSpc>
                <a:spcPct val="115700"/>
              </a:lnSpc>
            </a:pPr>
            <a:r>
              <a:rPr dirty="0" sz="2700" spc="-40" b="1">
                <a:solidFill>
                  <a:srgbClr val="18120C"/>
                </a:solidFill>
                <a:latin typeface="Trebuchet MS"/>
                <a:cs typeface="Trebuchet MS"/>
              </a:rPr>
              <a:t>Ingeniería</a:t>
            </a:r>
            <a:r>
              <a:rPr dirty="0" sz="2700" b="1">
                <a:solidFill>
                  <a:srgbClr val="18120C"/>
                </a:solidFill>
                <a:latin typeface="Trebuchet MS"/>
                <a:cs typeface="Trebuchet MS"/>
              </a:rPr>
              <a:t> </a:t>
            </a:r>
            <a:r>
              <a:rPr dirty="0" sz="2700" spc="-40" b="1">
                <a:solidFill>
                  <a:srgbClr val="18120C"/>
                </a:solidFill>
                <a:latin typeface="Trebuchet MS"/>
                <a:cs typeface="Trebuchet MS"/>
              </a:rPr>
              <a:t>Social:</a:t>
            </a:r>
            <a:r>
              <a:rPr dirty="0" sz="2700" spc="5" b="1">
                <a:solidFill>
                  <a:srgbClr val="18120C"/>
                </a:solidFill>
                <a:latin typeface="Trebuchet MS"/>
                <a:cs typeface="Trebuchet MS"/>
              </a:rPr>
              <a:t> </a:t>
            </a:r>
            <a:r>
              <a:rPr dirty="0" sz="2700" spc="30">
                <a:solidFill>
                  <a:srgbClr val="18120C"/>
                </a:solidFill>
                <a:latin typeface="Tahoma"/>
                <a:cs typeface="Tahoma"/>
              </a:rPr>
              <a:t>Manipulación</a:t>
            </a:r>
            <a:r>
              <a:rPr dirty="0" sz="2700" spc="-3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5">
                <a:solidFill>
                  <a:srgbClr val="18120C"/>
                </a:solidFill>
                <a:latin typeface="Tahoma"/>
                <a:cs typeface="Tahoma"/>
              </a:rPr>
              <a:t>psicológica</a:t>
            </a:r>
            <a:r>
              <a:rPr dirty="0" sz="2700" spc="-3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5">
                <a:solidFill>
                  <a:srgbClr val="18120C"/>
                </a:solidFill>
                <a:latin typeface="Tahoma"/>
                <a:cs typeface="Tahoma"/>
              </a:rPr>
              <a:t>para</a:t>
            </a:r>
            <a:r>
              <a:rPr dirty="0" sz="2700" spc="-3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5">
                <a:solidFill>
                  <a:srgbClr val="18120C"/>
                </a:solidFill>
                <a:latin typeface="Tahoma"/>
                <a:cs typeface="Tahoma"/>
              </a:rPr>
              <a:t>obtener</a:t>
            </a:r>
            <a:r>
              <a:rPr dirty="0" sz="2700" spc="-3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5">
                <a:solidFill>
                  <a:srgbClr val="18120C"/>
                </a:solidFill>
                <a:latin typeface="Tahoma"/>
                <a:cs typeface="Tahoma"/>
              </a:rPr>
              <a:t>información</a:t>
            </a:r>
            <a:r>
              <a:rPr dirty="0" sz="2700" spc="-3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0">
                <a:solidFill>
                  <a:srgbClr val="18120C"/>
                </a:solidFill>
                <a:latin typeface="Tahoma"/>
                <a:cs typeface="Tahoma"/>
              </a:rPr>
              <a:t>confidencial</a:t>
            </a:r>
            <a:r>
              <a:rPr dirty="0" sz="2700" spc="-3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0">
                <a:solidFill>
                  <a:srgbClr val="18120C"/>
                </a:solidFill>
                <a:latin typeface="Tahoma"/>
                <a:cs typeface="Tahoma"/>
              </a:rPr>
              <a:t>o</a:t>
            </a:r>
            <a:r>
              <a:rPr dirty="0" sz="2700" spc="-3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30">
                <a:solidFill>
                  <a:srgbClr val="18120C"/>
                </a:solidFill>
                <a:latin typeface="Tahoma"/>
                <a:cs typeface="Tahoma"/>
              </a:rPr>
              <a:t>acceso</a:t>
            </a:r>
            <a:r>
              <a:rPr dirty="0" sz="2700" spc="-3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no </a:t>
            </a:r>
            <a:r>
              <a:rPr dirty="0" sz="2700" spc="-83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25">
                <a:solidFill>
                  <a:srgbClr val="18120C"/>
                </a:solidFill>
                <a:latin typeface="Tahoma"/>
                <a:cs typeface="Tahoma"/>
              </a:rPr>
              <a:t>autorizado</a:t>
            </a:r>
            <a:r>
              <a:rPr dirty="0" sz="2700" spc="-155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a</a:t>
            </a:r>
            <a:r>
              <a:rPr dirty="0" sz="2700" spc="-150">
                <a:solidFill>
                  <a:srgbClr val="18120C"/>
                </a:solidFill>
                <a:latin typeface="Tahoma"/>
                <a:cs typeface="Tahoma"/>
              </a:rPr>
              <a:t> </a:t>
            </a:r>
            <a:r>
              <a:rPr dirty="0" sz="2700" spc="10">
                <a:solidFill>
                  <a:srgbClr val="18120C"/>
                </a:solidFill>
                <a:latin typeface="Tahoma"/>
                <a:cs typeface="Tahoma"/>
              </a:rPr>
              <a:t>sistemas.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1190" y="742706"/>
            <a:ext cx="11986895" cy="8889365"/>
            <a:chOff x="1911190" y="742706"/>
            <a:chExt cx="11986895" cy="8889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9079" y="853407"/>
              <a:ext cx="11968655" cy="876212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05655" y="2679583"/>
              <a:ext cx="5300345" cy="5505450"/>
            </a:xfrm>
            <a:custGeom>
              <a:avLst/>
              <a:gdLst/>
              <a:ahLst/>
              <a:cxnLst/>
              <a:rect l="l" t="t" r="r" b="b"/>
              <a:pathLst>
                <a:path w="5300345" h="5505450">
                  <a:moveTo>
                    <a:pt x="2270899" y="5480376"/>
                  </a:moveTo>
                  <a:lnTo>
                    <a:pt x="2228098" y="5502065"/>
                  </a:lnTo>
                  <a:lnTo>
                    <a:pt x="2210085" y="5505021"/>
                  </a:lnTo>
                  <a:lnTo>
                    <a:pt x="2203354" y="5498777"/>
                  </a:lnTo>
                  <a:lnTo>
                    <a:pt x="2202775" y="5483319"/>
                  </a:lnTo>
                  <a:lnTo>
                    <a:pt x="2208189" y="5476945"/>
                  </a:lnTo>
                  <a:lnTo>
                    <a:pt x="2215334" y="5475893"/>
                  </a:lnTo>
                  <a:lnTo>
                    <a:pt x="2217834" y="5474919"/>
                  </a:lnTo>
                  <a:lnTo>
                    <a:pt x="2223690" y="5472313"/>
                  </a:lnTo>
                  <a:lnTo>
                    <a:pt x="2234077" y="5467294"/>
                  </a:lnTo>
                  <a:lnTo>
                    <a:pt x="2257275" y="5455391"/>
                  </a:lnTo>
                  <a:lnTo>
                    <a:pt x="2266032" y="5458136"/>
                  </a:lnTo>
                  <a:lnTo>
                    <a:pt x="2273270" y="5472045"/>
                  </a:lnTo>
                  <a:lnTo>
                    <a:pt x="2270899" y="5480376"/>
                  </a:lnTo>
                  <a:close/>
                </a:path>
                <a:path w="5300345" h="5505450">
                  <a:moveTo>
                    <a:pt x="4041790" y="4418665"/>
                  </a:moveTo>
                  <a:lnTo>
                    <a:pt x="4034942" y="4422858"/>
                  </a:lnTo>
                  <a:lnTo>
                    <a:pt x="4026023" y="4420713"/>
                  </a:lnTo>
                  <a:lnTo>
                    <a:pt x="4017637" y="4407075"/>
                  </a:lnTo>
                  <a:lnTo>
                    <a:pt x="4019769" y="4398163"/>
                  </a:lnTo>
                  <a:lnTo>
                    <a:pt x="4044193" y="4383023"/>
                  </a:lnTo>
                  <a:lnTo>
                    <a:pt x="4096402" y="4349772"/>
                  </a:lnTo>
                  <a:lnTo>
                    <a:pt x="4103384" y="4345496"/>
                  </a:lnTo>
                  <a:lnTo>
                    <a:pt x="4112178" y="4347487"/>
                  </a:lnTo>
                  <a:lnTo>
                    <a:pt x="4120789" y="4360850"/>
                  </a:lnTo>
                  <a:lnTo>
                    <a:pt x="4118843" y="4369819"/>
                  </a:lnTo>
                  <a:lnTo>
                    <a:pt x="4059518" y="4407659"/>
                  </a:lnTo>
                  <a:lnTo>
                    <a:pt x="4041790" y="4418665"/>
                  </a:lnTo>
                  <a:close/>
                </a:path>
                <a:path w="5300345" h="5505450">
                  <a:moveTo>
                    <a:pt x="4346188" y="4227842"/>
                  </a:moveTo>
                  <a:lnTo>
                    <a:pt x="4339353" y="4232027"/>
                  </a:lnTo>
                  <a:lnTo>
                    <a:pt x="4330433" y="4229883"/>
                  </a:lnTo>
                  <a:lnTo>
                    <a:pt x="4322048" y="4216244"/>
                  </a:lnTo>
                  <a:lnTo>
                    <a:pt x="4324176" y="4207300"/>
                  </a:lnTo>
                  <a:lnTo>
                    <a:pt x="4390665" y="4166349"/>
                  </a:lnTo>
                  <a:lnTo>
                    <a:pt x="4401224" y="4159618"/>
                  </a:lnTo>
                  <a:lnTo>
                    <a:pt x="4408205" y="4155343"/>
                  </a:lnTo>
                  <a:lnTo>
                    <a:pt x="4416999" y="4157333"/>
                  </a:lnTo>
                  <a:lnTo>
                    <a:pt x="4425599" y="4170704"/>
                  </a:lnTo>
                  <a:lnTo>
                    <a:pt x="4423666" y="4179695"/>
                  </a:lnTo>
                  <a:lnTo>
                    <a:pt x="4406081" y="4190930"/>
                  </a:lnTo>
                  <a:lnTo>
                    <a:pt x="4346188" y="4227842"/>
                  </a:lnTo>
                  <a:close/>
                </a:path>
                <a:path w="5300345" h="5505450">
                  <a:moveTo>
                    <a:pt x="3504256" y="4742349"/>
                  </a:moveTo>
                  <a:lnTo>
                    <a:pt x="3497431" y="4746529"/>
                  </a:lnTo>
                  <a:lnTo>
                    <a:pt x="3419212" y="4793332"/>
                  </a:lnTo>
                  <a:lnTo>
                    <a:pt x="3410305" y="4791046"/>
                  </a:lnTo>
                  <a:lnTo>
                    <a:pt x="3402193" y="4777309"/>
                  </a:lnTo>
                  <a:lnTo>
                    <a:pt x="3404397" y="4768516"/>
                  </a:lnTo>
                  <a:lnTo>
                    <a:pt x="3411331" y="4764270"/>
                  </a:lnTo>
                  <a:lnTo>
                    <a:pt x="3488874" y="4717747"/>
                  </a:lnTo>
                  <a:lnTo>
                    <a:pt x="3497930" y="4719843"/>
                  </a:lnTo>
                  <a:lnTo>
                    <a:pt x="3506291" y="4733496"/>
                  </a:lnTo>
                  <a:lnTo>
                    <a:pt x="3504256" y="4742349"/>
                  </a:lnTo>
                  <a:close/>
                </a:path>
                <a:path w="5300345" h="5505450">
                  <a:moveTo>
                    <a:pt x="3183351" y="4904142"/>
                  </a:moveTo>
                  <a:lnTo>
                    <a:pt x="3130788" y="4936330"/>
                  </a:lnTo>
                  <a:lnTo>
                    <a:pt x="3175229" y="4908684"/>
                  </a:lnTo>
                  <a:lnTo>
                    <a:pt x="3181828" y="4903680"/>
                  </a:lnTo>
                  <a:lnTo>
                    <a:pt x="3183351" y="4904142"/>
                  </a:lnTo>
                  <a:close/>
                </a:path>
                <a:path w="5300345" h="5505450">
                  <a:moveTo>
                    <a:pt x="3145942" y="4961071"/>
                  </a:moveTo>
                  <a:lnTo>
                    <a:pt x="3113085" y="4981026"/>
                  </a:lnTo>
                  <a:lnTo>
                    <a:pt x="3104145" y="4978825"/>
                  </a:lnTo>
                  <a:lnTo>
                    <a:pt x="3095869" y="4965123"/>
                  </a:lnTo>
                  <a:lnTo>
                    <a:pt x="3099226" y="4956389"/>
                  </a:lnTo>
                  <a:lnTo>
                    <a:pt x="3104892" y="4952055"/>
                  </a:lnTo>
                  <a:lnTo>
                    <a:pt x="3183351" y="4904142"/>
                  </a:lnTo>
                  <a:lnTo>
                    <a:pt x="3190970" y="4906455"/>
                  </a:lnTo>
                  <a:lnTo>
                    <a:pt x="3199497" y="4920002"/>
                  </a:lnTo>
                  <a:lnTo>
                    <a:pt x="3197471" y="4928952"/>
                  </a:lnTo>
                  <a:lnTo>
                    <a:pt x="3145942" y="4961071"/>
                  </a:lnTo>
                  <a:close/>
                </a:path>
                <a:path w="5300345" h="5505450">
                  <a:moveTo>
                    <a:pt x="2584024" y="5303611"/>
                  </a:moveTo>
                  <a:lnTo>
                    <a:pt x="2577068" y="5307871"/>
                  </a:lnTo>
                  <a:lnTo>
                    <a:pt x="2558464" y="5318696"/>
                  </a:lnTo>
                  <a:lnTo>
                    <a:pt x="2497788" y="5352996"/>
                  </a:lnTo>
                  <a:lnTo>
                    <a:pt x="2488953" y="5350500"/>
                  </a:lnTo>
                  <a:lnTo>
                    <a:pt x="2481119" y="5336491"/>
                  </a:lnTo>
                  <a:lnTo>
                    <a:pt x="2483544" y="5328164"/>
                  </a:lnTo>
                  <a:lnTo>
                    <a:pt x="2490629" y="5323758"/>
                  </a:lnTo>
                  <a:lnTo>
                    <a:pt x="2543911" y="5293587"/>
                  </a:lnTo>
                  <a:lnTo>
                    <a:pt x="2569283" y="5278783"/>
                  </a:lnTo>
                  <a:lnTo>
                    <a:pt x="2578171" y="5281114"/>
                  </a:lnTo>
                  <a:lnTo>
                    <a:pt x="2586233" y="5294852"/>
                  </a:lnTo>
                  <a:lnTo>
                    <a:pt x="2584024" y="5303611"/>
                  </a:lnTo>
                  <a:close/>
                </a:path>
                <a:path w="5300345" h="5505450">
                  <a:moveTo>
                    <a:pt x="2883364" y="5120008"/>
                  </a:moveTo>
                  <a:lnTo>
                    <a:pt x="2805128" y="5166322"/>
                  </a:lnTo>
                  <a:lnTo>
                    <a:pt x="2796224" y="5164069"/>
                  </a:lnTo>
                  <a:lnTo>
                    <a:pt x="2788085" y="5150345"/>
                  </a:lnTo>
                  <a:lnTo>
                    <a:pt x="2790278" y="5141528"/>
                  </a:lnTo>
                  <a:lnTo>
                    <a:pt x="2797198" y="5137290"/>
                  </a:lnTo>
                  <a:lnTo>
                    <a:pt x="2875446" y="5090969"/>
                  </a:lnTo>
                  <a:lnTo>
                    <a:pt x="2884338" y="5093230"/>
                  </a:lnTo>
                  <a:lnTo>
                    <a:pt x="2892475" y="5106951"/>
                  </a:lnTo>
                  <a:lnTo>
                    <a:pt x="2890282" y="5115769"/>
                  </a:lnTo>
                  <a:lnTo>
                    <a:pt x="2883364" y="5120008"/>
                  </a:lnTo>
                  <a:close/>
                </a:path>
                <a:path w="5300345" h="5505450">
                  <a:moveTo>
                    <a:pt x="4727943" y="3989913"/>
                  </a:moveTo>
                  <a:lnTo>
                    <a:pt x="4720936" y="3994201"/>
                  </a:lnTo>
                  <a:lnTo>
                    <a:pt x="4641661" y="4039058"/>
                  </a:lnTo>
                  <a:lnTo>
                    <a:pt x="4632813" y="4036601"/>
                  </a:lnTo>
                  <a:lnTo>
                    <a:pt x="4624925" y="4022631"/>
                  </a:lnTo>
                  <a:lnTo>
                    <a:pt x="4628219" y="4013803"/>
                  </a:lnTo>
                  <a:lnTo>
                    <a:pt x="4634352" y="4009847"/>
                  </a:lnTo>
                  <a:lnTo>
                    <a:pt x="4713317" y="3965080"/>
                  </a:lnTo>
                  <a:lnTo>
                    <a:pt x="4722193" y="3967453"/>
                  </a:lnTo>
                  <a:lnTo>
                    <a:pt x="4730167" y="3981209"/>
                  </a:lnTo>
                  <a:lnTo>
                    <a:pt x="4727943" y="3989913"/>
                  </a:lnTo>
                  <a:close/>
                </a:path>
                <a:path w="5300345" h="5505450">
                  <a:moveTo>
                    <a:pt x="3802036" y="4556610"/>
                  </a:moveTo>
                  <a:lnTo>
                    <a:pt x="3723610" y="4602642"/>
                  </a:lnTo>
                  <a:lnTo>
                    <a:pt x="3714716" y="4600349"/>
                  </a:lnTo>
                  <a:lnTo>
                    <a:pt x="3706582" y="4586523"/>
                  </a:lnTo>
                  <a:lnTo>
                    <a:pt x="3709279" y="4577829"/>
                  </a:lnTo>
                  <a:lnTo>
                    <a:pt x="3715794" y="4573574"/>
                  </a:lnTo>
                  <a:lnTo>
                    <a:pt x="3794195" y="4527558"/>
                  </a:lnTo>
                  <a:lnTo>
                    <a:pt x="3803089" y="4529850"/>
                  </a:lnTo>
                  <a:lnTo>
                    <a:pt x="3811188" y="4543565"/>
                  </a:lnTo>
                  <a:lnTo>
                    <a:pt x="3808982" y="4552356"/>
                  </a:lnTo>
                  <a:lnTo>
                    <a:pt x="3802036" y="4556610"/>
                  </a:lnTo>
                  <a:close/>
                </a:path>
                <a:path w="5300345" h="5505450">
                  <a:moveTo>
                    <a:pt x="4954778" y="3845958"/>
                  </a:moveTo>
                  <a:lnTo>
                    <a:pt x="4947853" y="3850199"/>
                  </a:lnTo>
                  <a:lnTo>
                    <a:pt x="4939001" y="3848142"/>
                  </a:lnTo>
                  <a:lnTo>
                    <a:pt x="4930504" y="3834644"/>
                  </a:lnTo>
                  <a:lnTo>
                    <a:pt x="4932531" y="3825694"/>
                  </a:lnTo>
                  <a:lnTo>
                    <a:pt x="5009297" y="3777058"/>
                  </a:lnTo>
                  <a:lnTo>
                    <a:pt x="5016088" y="3772634"/>
                  </a:lnTo>
                  <a:lnTo>
                    <a:pt x="5025018" y="3774739"/>
                  </a:lnTo>
                  <a:lnTo>
                    <a:pt x="5033636" y="3788268"/>
                  </a:lnTo>
                  <a:lnTo>
                    <a:pt x="5031635" y="3797233"/>
                  </a:lnTo>
                  <a:lnTo>
                    <a:pt x="4954778" y="3845958"/>
                  </a:lnTo>
                  <a:close/>
                </a:path>
                <a:path w="5300345" h="5505450">
                  <a:moveTo>
                    <a:pt x="5257249" y="3650899"/>
                  </a:moveTo>
                  <a:lnTo>
                    <a:pt x="5250282" y="3655162"/>
                  </a:lnTo>
                  <a:lnTo>
                    <a:pt x="5241686" y="3653384"/>
                  </a:lnTo>
                  <a:lnTo>
                    <a:pt x="5232756" y="3640379"/>
                  </a:lnTo>
                  <a:lnTo>
                    <a:pt x="5234433" y="3631347"/>
                  </a:lnTo>
                  <a:lnTo>
                    <a:pt x="5241050" y="3626828"/>
                  </a:lnTo>
                  <a:lnTo>
                    <a:pt x="5257194" y="3615561"/>
                  </a:lnTo>
                  <a:lnTo>
                    <a:pt x="5266794" y="3608531"/>
                  </a:lnTo>
                  <a:lnTo>
                    <a:pt x="5271526" y="3604793"/>
                  </a:lnTo>
                  <a:lnTo>
                    <a:pt x="5273062" y="3603405"/>
                  </a:lnTo>
                  <a:lnTo>
                    <a:pt x="5278506" y="3597680"/>
                  </a:lnTo>
                  <a:lnTo>
                    <a:pt x="5287575" y="3597110"/>
                  </a:lnTo>
                  <a:lnTo>
                    <a:pt x="5299245" y="3607406"/>
                  </a:lnTo>
                  <a:lnTo>
                    <a:pt x="5300236" y="3615968"/>
                  </a:lnTo>
                  <a:lnTo>
                    <a:pt x="5295314" y="3622006"/>
                  </a:lnTo>
                  <a:lnTo>
                    <a:pt x="5292598" y="3624873"/>
                  </a:lnTo>
                  <a:lnTo>
                    <a:pt x="5286779" y="3629757"/>
                  </a:lnTo>
                  <a:lnTo>
                    <a:pt x="5275763" y="3637950"/>
                  </a:lnTo>
                  <a:lnTo>
                    <a:pt x="5257249" y="3650899"/>
                  </a:lnTo>
                  <a:close/>
                </a:path>
                <a:path w="5300345" h="5505450">
                  <a:moveTo>
                    <a:pt x="61405" y="1887376"/>
                  </a:moveTo>
                  <a:lnTo>
                    <a:pt x="25364" y="1904928"/>
                  </a:lnTo>
                  <a:lnTo>
                    <a:pt x="7390" y="1907927"/>
                  </a:lnTo>
                  <a:lnTo>
                    <a:pt x="632" y="1901716"/>
                  </a:lnTo>
                  <a:lnTo>
                    <a:pt x="0" y="1886253"/>
                  </a:lnTo>
                  <a:lnTo>
                    <a:pt x="5338" y="1879861"/>
                  </a:lnTo>
                  <a:lnTo>
                    <a:pt x="12535" y="1878761"/>
                  </a:lnTo>
                  <a:lnTo>
                    <a:pt x="15019" y="1877805"/>
                  </a:lnTo>
                  <a:lnTo>
                    <a:pt x="20908" y="1875198"/>
                  </a:lnTo>
                  <a:lnTo>
                    <a:pt x="31325" y="1870174"/>
                  </a:lnTo>
                  <a:lnTo>
                    <a:pt x="54491" y="1858266"/>
                  </a:lnTo>
                  <a:lnTo>
                    <a:pt x="63257" y="1861022"/>
                  </a:lnTo>
                  <a:lnTo>
                    <a:pt x="70514" y="1874933"/>
                  </a:lnTo>
                  <a:lnTo>
                    <a:pt x="68147" y="1883244"/>
                  </a:lnTo>
                  <a:lnTo>
                    <a:pt x="61405" y="1887376"/>
                  </a:lnTo>
                  <a:close/>
                </a:path>
                <a:path w="5300345" h="5505450">
                  <a:moveTo>
                    <a:pt x="1839018" y="821528"/>
                  </a:moveTo>
                  <a:lnTo>
                    <a:pt x="1832170" y="825722"/>
                  </a:lnTo>
                  <a:lnTo>
                    <a:pt x="1823258" y="823589"/>
                  </a:lnTo>
                  <a:lnTo>
                    <a:pt x="1814866" y="809939"/>
                  </a:lnTo>
                  <a:lnTo>
                    <a:pt x="1817002" y="801007"/>
                  </a:lnTo>
                  <a:lnTo>
                    <a:pt x="1841426" y="785893"/>
                  </a:lnTo>
                  <a:lnTo>
                    <a:pt x="1893618" y="752643"/>
                  </a:lnTo>
                  <a:lnTo>
                    <a:pt x="1899953" y="747934"/>
                  </a:lnTo>
                  <a:lnTo>
                    <a:pt x="1909320" y="750237"/>
                  </a:lnTo>
                  <a:lnTo>
                    <a:pt x="1918018" y="763714"/>
                  </a:lnTo>
                  <a:lnTo>
                    <a:pt x="1916079" y="772695"/>
                  </a:lnTo>
                  <a:lnTo>
                    <a:pt x="1856751" y="810529"/>
                  </a:lnTo>
                  <a:lnTo>
                    <a:pt x="1839018" y="821528"/>
                  </a:lnTo>
                  <a:close/>
                </a:path>
                <a:path w="5300345" h="5505450">
                  <a:moveTo>
                    <a:pt x="2143424" y="630717"/>
                  </a:moveTo>
                  <a:lnTo>
                    <a:pt x="2136586" y="634904"/>
                  </a:lnTo>
                  <a:lnTo>
                    <a:pt x="2127655" y="632767"/>
                  </a:lnTo>
                  <a:lnTo>
                    <a:pt x="2119286" y="619102"/>
                  </a:lnTo>
                  <a:lnTo>
                    <a:pt x="2121422" y="610170"/>
                  </a:lnTo>
                  <a:lnTo>
                    <a:pt x="2198543" y="562494"/>
                  </a:lnTo>
                  <a:lnTo>
                    <a:pt x="2205211" y="558659"/>
                  </a:lnTo>
                  <a:lnTo>
                    <a:pt x="2214255" y="560163"/>
                  </a:lnTo>
                  <a:lnTo>
                    <a:pt x="2222873" y="573692"/>
                  </a:lnTo>
                  <a:lnTo>
                    <a:pt x="2220893" y="582662"/>
                  </a:lnTo>
                  <a:lnTo>
                    <a:pt x="2214129" y="586970"/>
                  </a:lnTo>
                  <a:lnTo>
                    <a:pt x="2143424" y="630717"/>
                  </a:lnTo>
                  <a:close/>
                </a:path>
                <a:path w="5300345" h="5505450">
                  <a:moveTo>
                    <a:pt x="1301492" y="1145225"/>
                  </a:moveTo>
                  <a:lnTo>
                    <a:pt x="1294667" y="1149404"/>
                  </a:lnTo>
                  <a:lnTo>
                    <a:pt x="1216441" y="1196195"/>
                  </a:lnTo>
                  <a:lnTo>
                    <a:pt x="1207541" y="1193922"/>
                  </a:lnTo>
                  <a:lnTo>
                    <a:pt x="1199429" y="1180185"/>
                  </a:lnTo>
                  <a:lnTo>
                    <a:pt x="1201633" y="1171392"/>
                  </a:lnTo>
                  <a:lnTo>
                    <a:pt x="1208567" y="1167145"/>
                  </a:lnTo>
                  <a:lnTo>
                    <a:pt x="1286130" y="1120628"/>
                  </a:lnTo>
                  <a:lnTo>
                    <a:pt x="1295166" y="1122719"/>
                  </a:lnTo>
                  <a:lnTo>
                    <a:pt x="1303527" y="1136372"/>
                  </a:lnTo>
                  <a:lnTo>
                    <a:pt x="1301492" y="1145225"/>
                  </a:lnTo>
                  <a:close/>
                </a:path>
                <a:path w="5300345" h="5505450">
                  <a:moveTo>
                    <a:pt x="980961" y="1306772"/>
                  </a:moveTo>
                  <a:lnTo>
                    <a:pt x="928012" y="1339197"/>
                  </a:lnTo>
                  <a:lnTo>
                    <a:pt x="972473" y="1311555"/>
                  </a:lnTo>
                  <a:lnTo>
                    <a:pt x="978706" y="1305976"/>
                  </a:lnTo>
                  <a:lnTo>
                    <a:pt x="980961" y="1306772"/>
                  </a:lnTo>
                  <a:close/>
                </a:path>
                <a:path w="5300345" h="5505450">
                  <a:moveTo>
                    <a:pt x="943163" y="1363939"/>
                  </a:moveTo>
                  <a:lnTo>
                    <a:pt x="910353" y="1383916"/>
                  </a:lnTo>
                  <a:lnTo>
                    <a:pt x="901429" y="1381740"/>
                  </a:lnTo>
                  <a:lnTo>
                    <a:pt x="893093" y="1368072"/>
                  </a:lnTo>
                  <a:lnTo>
                    <a:pt x="895256" y="1359157"/>
                  </a:lnTo>
                  <a:lnTo>
                    <a:pt x="980961" y="1306772"/>
                  </a:lnTo>
                  <a:lnTo>
                    <a:pt x="988202" y="1309330"/>
                  </a:lnTo>
                  <a:lnTo>
                    <a:pt x="996741" y="1322890"/>
                  </a:lnTo>
                  <a:lnTo>
                    <a:pt x="994702" y="1331848"/>
                  </a:lnTo>
                  <a:lnTo>
                    <a:pt x="965523" y="1350133"/>
                  </a:lnTo>
                  <a:lnTo>
                    <a:pt x="943163" y="1363939"/>
                  </a:lnTo>
                  <a:close/>
                </a:path>
                <a:path w="5300345" h="5505450">
                  <a:moveTo>
                    <a:pt x="381260" y="1706486"/>
                  </a:moveTo>
                  <a:lnTo>
                    <a:pt x="374304" y="1710746"/>
                  </a:lnTo>
                  <a:lnTo>
                    <a:pt x="355699" y="1721570"/>
                  </a:lnTo>
                  <a:lnTo>
                    <a:pt x="295032" y="1755884"/>
                  </a:lnTo>
                  <a:lnTo>
                    <a:pt x="286189" y="1753376"/>
                  </a:lnTo>
                  <a:lnTo>
                    <a:pt x="278363" y="1739379"/>
                  </a:lnTo>
                  <a:lnTo>
                    <a:pt x="280350" y="1730337"/>
                  </a:lnTo>
                  <a:lnTo>
                    <a:pt x="287872" y="1726646"/>
                  </a:lnTo>
                  <a:lnTo>
                    <a:pt x="341148" y="1696465"/>
                  </a:lnTo>
                  <a:lnTo>
                    <a:pt x="366527" y="1681672"/>
                  </a:lnTo>
                  <a:lnTo>
                    <a:pt x="375407" y="1683991"/>
                  </a:lnTo>
                  <a:lnTo>
                    <a:pt x="383467" y="1697725"/>
                  </a:lnTo>
                  <a:lnTo>
                    <a:pt x="381260" y="1706486"/>
                  </a:lnTo>
                  <a:close/>
                </a:path>
                <a:path w="5300345" h="5505450">
                  <a:moveTo>
                    <a:pt x="687518" y="1518644"/>
                  </a:moveTo>
                  <a:lnTo>
                    <a:pt x="680586" y="1522889"/>
                  </a:lnTo>
                  <a:lnTo>
                    <a:pt x="602355" y="1569183"/>
                  </a:lnTo>
                  <a:lnTo>
                    <a:pt x="593451" y="1566930"/>
                  </a:lnTo>
                  <a:lnTo>
                    <a:pt x="585305" y="1553193"/>
                  </a:lnTo>
                  <a:lnTo>
                    <a:pt x="587505" y="1544388"/>
                  </a:lnTo>
                  <a:lnTo>
                    <a:pt x="594425" y="1540151"/>
                  </a:lnTo>
                  <a:lnTo>
                    <a:pt x="672701" y="1493847"/>
                  </a:lnTo>
                  <a:lnTo>
                    <a:pt x="681587" y="1496128"/>
                  </a:lnTo>
                  <a:lnTo>
                    <a:pt x="689714" y="1509860"/>
                  </a:lnTo>
                  <a:lnTo>
                    <a:pt x="687518" y="1518644"/>
                  </a:lnTo>
                  <a:close/>
                </a:path>
                <a:path w="5300345" h="5505450">
                  <a:moveTo>
                    <a:pt x="2525162" y="392816"/>
                  </a:moveTo>
                  <a:lnTo>
                    <a:pt x="2518168" y="397099"/>
                  </a:lnTo>
                  <a:lnTo>
                    <a:pt x="2438879" y="441932"/>
                  </a:lnTo>
                  <a:lnTo>
                    <a:pt x="2430032" y="439477"/>
                  </a:lnTo>
                  <a:lnTo>
                    <a:pt x="2422150" y="425517"/>
                  </a:lnTo>
                  <a:lnTo>
                    <a:pt x="2424916" y="415798"/>
                  </a:lnTo>
                  <a:lnTo>
                    <a:pt x="2431584" y="412745"/>
                  </a:lnTo>
                  <a:lnTo>
                    <a:pt x="2510561" y="367968"/>
                  </a:lnTo>
                  <a:lnTo>
                    <a:pt x="2519436" y="370341"/>
                  </a:lnTo>
                  <a:lnTo>
                    <a:pt x="2527401" y="384103"/>
                  </a:lnTo>
                  <a:lnTo>
                    <a:pt x="2525162" y="392816"/>
                  </a:lnTo>
                  <a:close/>
                </a:path>
                <a:path w="5300345" h="5505450">
                  <a:moveTo>
                    <a:pt x="1606206" y="955239"/>
                  </a:moveTo>
                  <a:lnTo>
                    <a:pt x="1599259" y="959493"/>
                  </a:lnTo>
                  <a:lnTo>
                    <a:pt x="1520846" y="1005517"/>
                  </a:lnTo>
                  <a:lnTo>
                    <a:pt x="1511964" y="1003217"/>
                  </a:lnTo>
                  <a:lnTo>
                    <a:pt x="1503826" y="989411"/>
                  </a:lnTo>
                  <a:lnTo>
                    <a:pt x="1506841" y="981236"/>
                  </a:lnTo>
                  <a:lnTo>
                    <a:pt x="1513017" y="976457"/>
                  </a:lnTo>
                  <a:lnTo>
                    <a:pt x="1591411" y="930428"/>
                  </a:lnTo>
                  <a:lnTo>
                    <a:pt x="1600305" y="932722"/>
                  </a:lnTo>
                  <a:lnTo>
                    <a:pt x="1608418" y="946458"/>
                  </a:lnTo>
                  <a:lnTo>
                    <a:pt x="1606206" y="955239"/>
                  </a:lnTo>
                  <a:close/>
                </a:path>
                <a:path w="5300345" h="5505450">
                  <a:moveTo>
                    <a:pt x="2752006" y="248821"/>
                  </a:moveTo>
                  <a:lnTo>
                    <a:pt x="2745081" y="253062"/>
                  </a:lnTo>
                  <a:lnTo>
                    <a:pt x="2736230" y="251005"/>
                  </a:lnTo>
                  <a:lnTo>
                    <a:pt x="2727732" y="237507"/>
                  </a:lnTo>
                  <a:lnTo>
                    <a:pt x="2729751" y="228545"/>
                  </a:lnTo>
                  <a:lnTo>
                    <a:pt x="2806518" y="179909"/>
                  </a:lnTo>
                  <a:lnTo>
                    <a:pt x="2813547" y="175223"/>
                  </a:lnTo>
                  <a:lnTo>
                    <a:pt x="2822246" y="177602"/>
                  </a:lnTo>
                  <a:lnTo>
                    <a:pt x="2830849" y="191107"/>
                  </a:lnTo>
                  <a:lnTo>
                    <a:pt x="2828869" y="200076"/>
                  </a:lnTo>
                  <a:lnTo>
                    <a:pt x="2752006" y="248821"/>
                  </a:lnTo>
                  <a:close/>
                </a:path>
                <a:path w="5300345" h="5505450">
                  <a:moveTo>
                    <a:pt x="3054270" y="53906"/>
                  </a:moveTo>
                  <a:lnTo>
                    <a:pt x="3047498" y="58036"/>
                  </a:lnTo>
                  <a:lnTo>
                    <a:pt x="3038919" y="56261"/>
                  </a:lnTo>
                  <a:lnTo>
                    <a:pt x="3029989" y="43256"/>
                  </a:lnTo>
                  <a:lnTo>
                    <a:pt x="3031672" y="34234"/>
                  </a:lnTo>
                  <a:lnTo>
                    <a:pt x="3054434" y="18427"/>
                  </a:lnTo>
                  <a:lnTo>
                    <a:pt x="3064046" y="11395"/>
                  </a:lnTo>
                  <a:lnTo>
                    <a:pt x="3068787" y="7653"/>
                  </a:lnTo>
                  <a:lnTo>
                    <a:pt x="3070333" y="6259"/>
                  </a:lnTo>
                  <a:lnTo>
                    <a:pt x="3075687" y="704"/>
                  </a:lnTo>
                  <a:lnTo>
                    <a:pt x="3084871" y="0"/>
                  </a:lnTo>
                  <a:lnTo>
                    <a:pt x="3096519" y="10344"/>
                  </a:lnTo>
                  <a:lnTo>
                    <a:pt x="3097478" y="18908"/>
                  </a:lnTo>
                  <a:lnTo>
                    <a:pt x="3092528" y="24929"/>
                  </a:lnTo>
                  <a:lnTo>
                    <a:pt x="3090456" y="27186"/>
                  </a:lnTo>
                  <a:lnTo>
                    <a:pt x="3085196" y="31693"/>
                  </a:lnTo>
                  <a:lnTo>
                    <a:pt x="3074144" y="39992"/>
                  </a:lnTo>
                  <a:lnTo>
                    <a:pt x="3054695" y="53629"/>
                  </a:lnTo>
                  <a:lnTo>
                    <a:pt x="3054270" y="53906"/>
                  </a:lnTo>
                  <a:close/>
                </a:path>
                <a:path w="5300345" h="5505450">
                  <a:moveTo>
                    <a:pt x="618691" y="2788284"/>
                  </a:moveTo>
                  <a:lnTo>
                    <a:pt x="577344" y="2810725"/>
                  </a:lnTo>
                  <a:lnTo>
                    <a:pt x="558482" y="2814372"/>
                  </a:lnTo>
                  <a:lnTo>
                    <a:pt x="551682" y="2808205"/>
                  </a:lnTo>
                  <a:lnTo>
                    <a:pt x="550963" y="2792845"/>
                  </a:lnTo>
                  <a:lnTo>
                    <a:pt x="556165" y="2786503"/>
                  </a:lnTo>
                  <a:lnTo>
                    <a:pt x="563177" y="2785234"/>
                  </a:lnTo>
                  <a:lnTo>
                    <a:pt x="565811" y="2784101"/>
                  </a:lnTo>
                  <a:lnTo>
                    <a:pt x="571605" y="2781258"/>
                  </a:lnTo>
                  <a:lnTo>
                    <a:pt x="581750" y="2775918"/>
                  </a:lnTo>
                  <a:lnTo>
                    <a:pt x="604431" y="2763393"/>
                  </a:lnTo>
                  <a:lnTo>
                    <a:pt x="613267" y="2765889"/>
                  </a:lnTo>
                  <a:lnTo>
                    <a:pt x="620978" y="2779705"/>
                  </a:lnTo>
                  <a:lnTo>
                    <a:pt x="618691" y="2788284"/>
                  </a:lnTo>
                  <a:close/>
                </a:path>
                <a:path w="5300345" h="5505450">
                  <a:moveTo>
                    <a:pt x="2388833" y="1720084"/>
                  </a:moveTo>
                  <a:lnTo>
                    <a:pt x="2381983" y="1724279"/>
                  </a:lnTo>
                  <a:lnTo>
                    <a:pt x="2373071" y="1722147"/>
                  </a:lnTo>
                  <a:lnTo>
                    <a:pt x="2364678" y="1708496"/>
                  </a:lnTo>
                  <a:lnTo>
                    <a:pt x="2366814" y="1699564"/>
                  </a:lnTo>
                  <a:lnTo>
                    <a:pt x="2373632" y="1695372"/>
                  </a:lnTo>
                  <a:lnTo>
                    <a:pt x="2391783" y="1683943"/>
                  </a:lnTo>
                  <a:lnTo>
                    <a:pt x="2409478" y="1672345"/>
                  </a:lnTo>
                  <a:lnTo>
                    <a:pt x="2448683" y="1645674"/>
                  </a:lnTo>
                  <a:lnTo>
                    <a:pt x="2457868" y="1647109"/>
                  </a:lnTo>
                  <a:lnTo>
                    <a:pt x="2466981" y="1660284"/>
                  </a:lnTo>
                  <a:lnTo>
                    <a:pt x="2465346" y="1669328"/>
                  </a:lnTo>
                  <a:lnTo>
                    <a:pt x="2425430" y="1696576"/>
                  </a:lnTo>
                  <a:lnTo>
                    <a:pt x="2407388" y="1708402"/>
                  </a:lnTo>
                  <a:lnTo>
                    <a:pt x="2388833" y="1720084"/>
                  </a:lnTo>
                  <a:close/>
                </a:path>
                <a:path w="5300345" h="5505450">
                  <a:moveTo>
                    <a:pt x="2081407" y="1906485"/>
                  </a:moveTo>
                  <a:lnTo>
                    <a:pt x="2074460" y="1910739"/>
                  </a:lnTo>
                  <a:lnTo>
                    <a:pt x="2065641" y="1908730"/>
                  </a:lnTo>
                  <a:lnTo>
                    <a:pt x="2057076" y="1895287"/>
                  </a:lnTo>
                  <a:lnTo>
                    <a:pt x="2059056" y="1886317"/>
                  </a:lnTo>
                  <a:lnTo>
                    <a:pt x="2135716" y="1837213"/>
                  </a:lnTo>
                  <a:lnTo>
                    <a:pt x="2143654" y="1832434"/>
                  </a:lnTo>
                  <a:lnTo>
                    <a:pt x="2151449" y="1834886"/>
                  </a:lnTo>
                  <a:lnTo>
                    <a:pt x="2160059" y="1848403"/>
                  </a:lnTo>
                  <a:lnTo>
                    <a:pt x="2158071" y="1857360"/>
                  </a:lnTo>
                  <a:lnTo>
                    <a:pt x="2081407" y="1906485"/>
                  </a:lnTo>
                  <a:close/>
                </a:path>
                <a:path w="5300345" h="5505450">
                  <a:moveTo>
                    <a:pt x="1230536" y="2425575"/>
                  </a:moveTo>
                  <a:lnTo>
                    <a:pt x="1150720" y="2469498"/>
                  </a:lnTo>
                  <a:lnTo>
                    <a:pt x="1141878" y="2467024"/>
                  </a:lnTo>
                  <a:lnTo>
                    <a:pt x="1134019" y="2453046"/>
                  </a:lnTo>
                  <a:lnTo>
                    <a:pt x="1136454" y="2444030"/>
                  </a:lnTo>
                  <a:lnTo>
                    <a:pt x="1143481" y="2440291"/>
                  </a:lnTo>
                  <a:lnTo>
                    <a:pt x="1223406" y="2396379"/>
                  </a:lnTo>
                  <a:lnTo>
                    <a:pt x="1232224" y="2398954"/>
                  </a:lnTo>
                  <a:lnTo>
                    <a:pt x="1239805" y="2412799"/>
                  </a:lnTo>
                  <a:lnTo>
                    <a:pt x="1237504" y="2421301"/>
                  </a:lnTo>
                  <a:lnTo>
                    <a:pt x="1230536" y="2425575"/>
                  </a:lnTo>
                  <a:close/>
                </a:path>
                <a:path w="5300345" h="5505450">
                  <a:moveTo>
                    <a:pt x="2734538" y="1500214"/>
                  </a:moveTo>
                  <a:lnTo>
                    <a:pt x="2732121" y="1501694"/>
                  </a:lnTo>
                  <a:lnTo>
                    <a:pt x="2684708" y="1530313"/>
                  </a:lnTo>
                  <a:lnTo>
                    <a:pt x="2675798" y="1528077"/>
                  </a:lnTo>
                  <a:lnTo>
                    <a:pt x="2667604" y="1514374"/>
                  </a:lnTo>
                  <a:lnTo>
                    <a:pt x="2669781" y="1505532"/>
                  </a:lnTo>
                  <a:lnTo>
                    <a:pt x="2676678" y="1501308"/>
                  </a:lnTo>
                  <a:lnTo>
                    <a:pt x="2754435" y="1454046"/>
                  </a:lnTo>
                  <a:lnTo>
                    <a:pt x="2763277" y="1456201"/>
                  </a:lnTo>
                  <a:lnTo>
                    <a:pt x="2771612" y="1469870"/>
                  </a:lnTo>
                  <a:lnTo>
                    <a:pt x="2769449" y="1478784"/>
                  </a:lnTo>
                  <a:lnTo>
                    <a:pt x="2734538" y="1500214"/>
                  </a:lnTo>
                  <a:close/>
                </a:path>
                <a:path w="5300345" h="5505450">
                  <a:moveTo>
                    <a:pt x="2754435" y="1454046"/>
                  </a:moveTo>
                  <a:lnTo>
                    <a:pt x="2708796" y="1481994"/>
                  </a:lnTo>
                  <a:lnTo>
                    <a:pt x="2747509" y="1458199"/>
                  </a:lnTo>
                  <a:lnTo>
                    <a:pt x="2754352" y="1454025"/>
                  </a:lnTo>
                  <a:close/>
                </a:path>
                <a:path w="5300345" h="5505450">
                  <a:moveTo>
                    <a:pt x="3305553" y="1150461"/>
                  </a:moveTo>
                  <a:lnTo>
                    <a:pt x="3298681" y="1154669"/>
                  </a:lnTo>
                  <a:lnTo>
                    <a:pt x="3289790" y="1152571"/>
                  </a:lnTo>
                  <a:lnTo>
                    <a:pt x="3281348" y="1139002"/>
                  </a:lnTo>
                  <a:lnTo>
                    <a:pt x="3283426" y="1130058"/>
                  </a:lnTo>
                  <a:lnTo>
                    <a:pt x="3334317" y="1098625"/>
                  </a:lnTo>
                  <a:lnTo>
                    <a:pt x="3367922" y="1078098"/>
                  </a:lnTo>
                  <a:lnTo>
                    <a:pt x="3376849" y="1080255"/>
                  </a:lnTo>
                  <a:lnTo>
                    <a:pt x="3385185" y="1093923"/>
                  </a:lnTo>
                  <a:lnTo>
                    <a:pt x="3383051" y="1102803"/>
                  </a:lnTo>
                  <a:lnTo>
                    <a:pt x="3349468" y="1123368"/>
                  </a:lnTo>
                  <a:lnTo>
                    <a:pt x="3305553" y="1150461"/>
                  </a:lnTo>
                  <a:close/>
                </a:path>
                <a:path w="5300345" h="5505450">
                  <a:moveTo>
                    <a:pt x="3383041" y="1102843"/>
                  </a:moveTo>
                  <a:lnTo>
                    <a:pt x="3349468" y="1123368"/>
                  </a:lnTo>
                  <a:lnTo>
                    <a:pt x="3383051" y="1102803"/>
                  </a:lnTo>
                  <a:close/>
                </a:path>
                <a:path w="5300345" h="5505450">
                  <a:moveTo>
                    <a:pt x="2998648" y="1337818"/>
                  </a:moveTo>
                  <a:lnTo>
                    <a:pt x="2991677" y="1342087"/>
                  </a:lnTo>
                  <a:lnTo>
                    <a:pt x="2982867" y="1340092"/>
                  </a:lnTo>
                  <a:lnTo>
                    <a:pt x="2974283" y="1326675"/>
                  </a:lnTo>
                  <a:lnTo>
                    <a:pt x="2976251" y="1317713"/>
                  </a:lnTo>
                  <a:lnTo>
                    <a:pt x="3052960" y="1268578"/>
                  </a:lnTo>
                  <a:lnTo>
                    <a:pt x="3059702" y="1263668"/>
                  </a:lnTo>
                  <a:lnTo>
                    <a:pt x="3068688" y="1266272"/>
                  </a:lnTo>
                  <a:lnTo>
                    <a:pt x="3077299" y="1279789"/>
                  </a:lnTo>
                  <a:lnTo>
                    <a:pt x="3075298" y="1288753"/>
                  </a:lnTo>
                  <a:lnTo>
                    <a:pt x="2998648" y="1337818"/>
                  </a:lnTo>
                  <a:close/>
                </a:path>
                <a:path w="5300345" h="5505450">
                  <a:moveTo>
                    <a:pt x="928518" y="2605016"/>
                  </a:moveTo>
                  <a:lnTo>
                    <a:pt x="921631" y="2609234"/>
                  </a:lnTo>
                  <a:lnTo>
                    <a:pt x="843787" y="2656321"/>
                  </a:lnTo>
                  <a:lnTo>
                    <a:pt x="834867" y="2654125"/>
                  </a:lnTo>
                  <a:lnTo>
                    <a:pt x="826565" y="2640457"/>
                  </a:lnTo>
                  <a:lnTo>
                    <a:pt x="828723" y="2631559"/>
                  </a:lnTo>
                  <a:lnTo>
                    <a:pt x="835585" y="2627357"/>
                  </a:lnTo>
                  <a:lnTo>
                    <a:pt x="913572" y="2580230"/>
                  </a:lnTo>
                  <a:lnTo>
                    <a:pt x="922479" y="2582467"/>
                  </a:lnTo>
                  <a:lnTo>
                    <a:pt x="930698" y="2596156"/>
                  </a:lnTo>
                  <a:lnTo>
                    <a:pt x="928518" y="2605016"/>
                  </a:lnTo>
                  <a:close/>
                </a:path>
                <a:path w="5300345" h="5505450">
                  <a:moveTo>
                    <a:pt x="1771180" y="2088963"/>
                  </a:moveTo>
                  <a:lnTo>
                    <a:pt x="1764321" y="2093164"/>
                  </a:lnTo>
                  <a:lnTo>
                    <a:pt x="1755416" y="2091043"/>
                  </a:lnTo>
                  <a:lnTo>
                    <a:pt x="1747006" y="2077421"/>
                  </a:lnTo>
                  <a:lnTo>
                    <a:pt x="1749122" y="2068484"/>
                  </a:lnTo>
                  <a:lnTo>
                    <a:pt x="1814194" y="2028418"/>
                  </a:lnTo>
                  <a:lnTo>
                    <a:pt x="1833554" y="2016579"/>
                  </a:lnTo>
                  <a:lnTo>
                    <a:pt x="1842474" y="2018725"/>
                  </a:lnTo>
                  <a:lnTo>
                    <a:pt x="1850850" y="2032402"/>
                  </a:lnTo>
                  <a:lnTo>
                    <a:pt x="1848706" y="2041322"/>
                  </a:lnTo>
                  <a:lnTo>
                    <a:pt x="1771180" y="2088963"/>
                  </a:lnTo>
                  <a:close/>
                </a:path>
                <a:path w="5300345" h="5505450">
                  <a:moveTo>
                    <a:pt x="1457673" y="2280615"/>
                  </a:moveTo>
                  <a:lnTo>
                    <a:pt x="1448387" y="2278442"/>
                  </a:lnTo>
                  <a:lnTo>
                    <a:pt x="1439786" y="2264940"/>
                  </a:lnTo>
                  <a:lnTo>
                    <a:pt x="1441786" y="2255976"/>
                  </a:lnTo>
                  <a:lnTo>
                    <a:pt x="1458324" y="2245498"/>
                  </a:lnTo>
                  <a:lnTo>
                    <a:pt x="1463289" y="2242458"/>
                  </a:lnTo>
                  <a:lnTo>
                    <a:pt x="1526582" y="2204127"/>
                  </a:lnTo>
                  <a:lnTo>
                    <a:pt x="1535482" y="2206339"/>
                  </a:lnTo>
                  <a:lnTo>
                    <a:pt x="1543770" y="2220053"/>
                  </a:lnTo>
                  <a:lnTo>
                    <a:pt x="1541714" y="2228454"/>
                  </a:lnTo>
                  <a:lnTo>
                    <a:pt x="1473621" y="2270151"/>
                  </a:lnTo>
                  <a:lnTo>
                    <a:pt x="1464124" y="2276151"/>
                  </a:lnTo>
                  <a:lnTo>
                    <a:pt x="1457673" y="2280615"/>
                  </a:lnTo>
                  <a:close/>
                </a:path>
                <a:path w="5300345" h="5505450">
                  <a:moveTo>
                    <a:pt x="1541604" y="2228902"/>
                  </a:moveTo>
                  <a:lnTo>
                    <a:pt x="1534731" y="2233110"/>
                  </a:lnTo>
                  <a:lnTo>
                    <a:pt x="1478440" y="2267200"/>
                  </a:lnTo>
                  <a:lnTo>
                    <a:pt x="1541714" y="2228454"/>
                  </a:lnTo>
                  <a:lnTo>
                    <a:pt x="1541604" y="2228902"/>
                  </a:lnTo>
                  <a:close/>
                </a:path>
                <a:path w="5300345" h="5505450">
                  <a:moveTo>
                    <a:pt x="3609468" y="956943"/>
                  </a:moveTo>
                  <a:lnTo>
                    <a:pt x="3602726" y="961072"/>
                  </a:lnTo>
                  <a:lnTo>
                    <a:pt x="3594179" y="959345"/>
                  </a:lnTo>
                  <a:lnTo>
                    <a:pt x="3585173" y="946455"/>
                  </a:lnTo>
                  <a:lnTo>
                    <a:pt x="3586780" y="937415"/>
                  </a:lnTo>
                  <a:lnTo>
                    <a:pt x="3609646" y="921229"/>
                  </a:lnTo>
                  <a:lnTo>
                    <a:pt x="3619246" y="914045"/>
                  </a:lnTo>
                  <a:lnTo>
                    <a:pt x="3623867" y="910308"/>
                  </a:lnTo>
                  <a:lnTo>
                    <a:pt x="3625233" y="909050"/>
                  </a:lnTo>
                  <a:lnTo>
                    <a:pt x="3630602" y="903469"/>
                  </a:lnTo>
                  <a:lnTo>
                    <a:pt x="3639736" y="902710"/>
                  </a:lnTo>
                  <a:lnTo>
                    <a:pt x="3651457" y="913006"/>
                  </a:lnTo>
                  <a:lnTo>
                    <a:pt x="3652426" y="921615"/>
                  </a:lnTo>
                  <a:lnTo>
                    <a:pt x="3647491" y="927661"/>
                  </a:lnTo>
                  <a:lnTo>
                    <a:pt x="3645461" y="929879"/>
                  </a:lnTo>
                  <a:lnTo>
                    <a:pt x="3640218" y="934437"/>
                  </a:lnTo>
                  <a:lnTo>
                    <a:pt x="3629229" y="942844"/>
                  </a:lnTo>
                  <a:lnTo>
                    <a:pt x="3609960" y="956608"/>
                  </a:lnTo>
                  <a:lnTo>
                    <a:pt x="3609468" y="956943"/>
                  </a:lnTo>
                  <a:close/>
                </a:path>
                <a:path w="5300345" h="5505450">
                  <a:moveTo>
                    <a:pt x="4756073" y="2741990"/>
                  </a:moveTo>
                  <a:lnTo>
                    <a:pt x="4750128" y="2745631"/>
                  </a:lnTo>
                  <a:lnTo>
                    <a:pt x="4748335" y="2746313"/>
                  </a:lnTo>
                  <a:lnTo>
                    <a:pt x="4746409" y="2746612"/>
                  </a:lnTo>
                  <a:lnTo>
                    <a:pt x="4743923" y="2747568"/>
                  </a:lnTo>
                  <a:lnTo>
                    <a:pt x="4738032" y="2750176"/>
                  </a:lnTo>
                  <a:lnTo>
                    <a:pt x="4727609" y="2755205"/>
                  </a:lnTo>
                  <a:lnTo>
                    <a:pt x="4704428" y="2767121"/>
                  </a:lnTo>
                  <a:lnTo>
                    <a:pt x="4695662" y="2764365"/>
                  </a:lnTo>
                  <a:lnTo>
                    <a:pt x="4688253" y="2750150"/>
                  </a:lnTo>
                  <a:lnTo>
                    <a:pt x="4691203" y="2741430"/>
                  </a:lnTo>
                  <a:lnTo>
                    <a:pt x="4698098" y="2737691"/>
                  </a:lnTo>
                  <a:lnTo>
                    <a:pt x="4733535" y="2720467"/>
                  </a:lnTo>
                  <a:lnTo>
                    <a:pt x="4751505" y="2717445"/>
                  </a:lnTo>
                  <a:lnTo>
                    <a:pt x="4758289" y="2723640"/>
                  </a:lnTo>
                  <a:lnTo>
                    <a:pt x="4758875" y="2737101"/>
                  </a:lnTo>
                  <a:lnTo>
                    <a:pt x="4756073" y="2741990"/>
                  </a:lnTo>
                  <a:close/>
                </a:path>
                <a:path w="5300345" h="5505450">
                  <a:moveTo>
                    <a:pt x="1952400" y="4445483"/>
                  </a:moveTo>
                  <a:lnTo>
                    <a:pt x="1945458" y="4449734"/>
                  </a:lnTo>
                  <a:lnTo>
                    <a:pt x="1936632" y="4447713"/>
                  </a:lnTo>
                  <a:lnTo>
                    <a:pt x="1928074" y="4434282"/>
                  </a:lnTo>
                  <a:lnTo>
                    <a:pt x="1930054" y="4425313"/>
                  </a:lnTo>
                  <a:lnTo>
                    <a:pt x="2006917" y="4376567"/>
                  </a:lnTo>
                  <a:lnTo>
                    <a:pt x="2013836" y="4372330"/>
                  </a:lnTo>
                  <a:lnTo>
                    <a:pt x="2022688" y="4374387"/>
                  </a:lnTo>
                  <a:lnTo>
                    <a:pt x="2031186" y="4387885"/>
                  </a:lnTo>
                  <a:lnTo>
                    <a:pt x="2029166" y="4396847"/>
                  </a:lnTo>
                  <a:lnTo>
                    <a:pt x="1952400" y="4445483"/>
                  </a:lnTo>
                  <a:close/>
                </a:path>
                <a:path w="5300345" h="5505450">
                  <a:moveTo>
                    <a:pt x="2334388" y="4208341"/>
                  </a:moveTo>
                  <a:lnTo>
                    <a:pt x="2327466" y="4212579"/>
                  </a:lnTo>
                  <a:lnTo>
                    <a:pt x="2248368" y="4257430"/>
                  </a:lnTo>
                  <a:lnTo>
                    <a:pt x="2239501" y="4255069"/>
                  </a:lnTo>
                  <a:lnTo>
                    <a:pt x="2231449" y="4241194"/>
                  </a:lnTo>
                  <a:lnTo>
                    <a:pt x="2232791" y="4232615"/>
                  </a:lnTo>
                  <a:lnTo>
                    <a:pt x="2240749" y="4228307"/>
                  </a:lnTo>
                  <a:lnTo>
                    <a:pt x="2320019" y="4183470"/>
                  </a:lnTo>
                  <a:lnTo>
                    <a:pt x="2328866" y="4185925"/>
                  </a:lnTo>
                  <a:lnTo>
                    <a:pt x="2336664" y="4199720"/>
                  </a:lnTo>
                  <a:lnTo>
                    <a:pt x="2334388" y="4208341"/>
                  </a:lnTo>
                  <a:close/>
                </a:path>
                <a:path w="5300345" h="5505450">
                  <a:moveTo>
                    <a:pt x="4471223" y="2898651"/>
                  </a:moveTo>
                  <a:lnTo>
                    <a:pt x="4453668" y="2908478"/>
                  </a:lnTo>
                  <a:lnTo>
                    <a:pt x="4392380" y="2943724"/>
                  </a:lnTo>
                  <a:lnTo>
                    <a:pt x="4383500" y="2941405"/>
                  </a:lnTo>
                  <a:lnTo>
                    <a:pt x="4375388" y="2927586"/>
                  </a:lnTo>
                  <a:lnTo>
                    <a:pt x="4378028" y="2918876"/>
                  </a:lnTo>
                  <a:lnTo>
                    <a:pt x="4384605" y="2914648"/>
                  </a:lnTo>
                  <a:lnTo>
                    <a:pt x="4439393" y="2883227"/>
                  </a:lnTo>
                  <a:lnTo>
                    <a:pt x="4463898" y="2869514"/>
                  </a:lnTo>
                  <a:lnTo>
                    <a:pt x="4472733" y="2872010"/>
                  </a:lnTo>
                  <a:lnTo>
                    <a:pt x="4480447" y="2885824"/>
                  </a:lnTo>
                  <a:lnTo>
                    <a:pt x="4478158" y="2894401"/>
                  </a:lnTo>
                  <a:lnTo>
                    <a:pt x="4471223" y="2898651"/>
                  </a:lnTo>
                  <a:close/>
                </a:path>
                <a:path w="5300345" h="5505450">
                  <a:moveTo>
                    <a:pt x="3252849" y="3644676"/>
                  </a:moveTo>
                  <a:lnTo>
                    <a:pt x="3245902" y="3648930"/>
                  </a:lnTo>
                  <a:lnTo>
                    <a:pt x="3167496" y="3694967"/>
                  </a:lnTo>
                  <a:lnTo>
                    <a:pt x="3158602" y="3692674"/>
                  </a:lnTo>
                  <a:lnTo>
                    <a:pt x="3150490" y="3678937"/>
                  </a:lnTo>
                  <a:lnTo>
                    <a:pt x="3152701" y="3670156"/>
                  </a:lnTo>
                  <a:lnTo>
                    <a:pt x="3159648" y="3665902"/>
                  </a:lnTo>
                  <a:lnTo>
                    <a:pt x="3238073" y="3619870"/>
                  </a:lnTo>
                  <a:lnTo>
                    <a:pt x="3246955" y="3622171"/>
                  </a:lnTo>
                  <a:lnTo>
                    <a:pt x="3255048" y="3635903"/>
                  </a:lnTo>
                  <a:lnTo>
                    <a:pt x="3252849" y="3644676"/>
                  </a:lnTo>
                  <a:close/>
                </a:path>
                <a:path w="5300345" h="5505450">
                  <a:moveTo>
                    <a:pt x="4164482" y="3085210"/>
                  </a:moveTo>
                  <a:lnTo>
                    <a:pt x="4086234" y="3131532"/>
                  </a:lnTo>
                  <a:lnTo>
                    <a:pt x="4077334" y="3129258"/>
                  </a:lnTo>
                  <a:lnTo>
                    <a:pt x="4069159" y="3115475"/>
                  </a:lnTo>
                  <a:lnTo>
                    <a:pt x="4070419" y="3106712"/>
                  </a:lnTo>
                  <a:lnTo>
                    <a:pt x="4078328" y="3102485"/>
                  </a:lnTo>
                  <a:lnTo>
                    <a:pt x="4156551" y="3056178"/>
                  </a:lnTo>
                  <a:lnTo>
                    <a:pt x="4165455" y="3058432"/>
                  </a:lnTo>
                  <a:lnTo>
                    <a:pt x="4173600" y="3072166"/>
                  </a:lnTo>
                  <a:lnTo>
                    <a:pt x="4171400" y="3080970"/>
                  </a:lnTo>
                  <a:lnTo>
                    <a:pt x="4164482" y="3085210"/>
                  </a:lnTo>
                  <a:close/>
                </a:path>
                <a:path w="5300345" h="5505450">
                  <a:moveTo>
                    <a:pt x="3786435" y="3313840"/>
                  </a:moveTo>
                  <a:lnTo>
                    <a:pt x="3779530" y="3318068"/>
                  </a:lnTo>
                  <a:lnTo>
                    <a:pt x="3770680" y="3316013"/>
                  </a:lnTo>
                  <a:lnTo>
                    <a:pt x="3762171" y="3302502"/>
                  </a:lnTo>
                  <a:lnTo>
                    <a:pt x="3764210" y="3293544"/>
                  </a:lnTo>
                  <a:lnTo>
                    <a:pt x="3793399" y="3275253"/>
                  </a:lnTo>
                  <a:lnTo>
                    <a:pt x="3815758" y="3261447"/>
                  </a:lnTo>
                  <a:lnTo>
                    <a:pt x="3848579" y="3241464"/>
                  </a:lnTo>
                  <a:lnTo>
                    <a:pt x="3857504" y="3243640"/>
                  </a:lnTo>
                  <a:lnTo>
                    <a:pt x="3865839" y="3257308"/>
                  </a:lnTo>
                  <a:lnTo>
                    <a:pt x="3863704" y="3266107"/>
                  </a:lnTo>
                  <a:lnTo>
                    <a:pt x="3830908" y="3286191"/>
                  </a:lnTo>
                  <a:lnTo>
                    <a:pt x="3786435" y="3313840"/>
                  </a:lnTo>
                  <a:close/>
                </a:path>
                <a:path w="5300345" h="5505450">
                  <a:moveTo>
                    <a:pt x="3863676" y="3266223"/>
                  </a:moveTo>
                  <a:lnTo>
                    <a:pt x="3856838" y="3270410"/>
                  </a:lnTo>
                  <a:lnTo>
                    <a:pt x="3830908" y="3286191"/>
                  </a:lnTo>
                  <a:lnTo>
                    <a:pt x="3863704" y="3266107"/>
                  </a:lnTo>
                  <a:close/>
                </a:path>
                <a:path w="5300345" h="5505450">
                  <a:moveTo>
                    <a:pt x="3550353" y="3458242"/>
                  </a:moveTo>
                  <a:lnTo>
                    <a:pt x="3472801" y="3504752"/>
                  </a:lnTo>
                  <a:lnTo>
                    <a:pt x="3463753" y="3502669"/>
                  </a:lnTo>
                  <a:lnTo>
                    <a:pt x="3455405" y="3489009"/>
                  </a:lnTo>
                  <a:lnTo>
                    <a:pt x="3457427" y="3480163"/>
                  </a:lnTo>
                  <a:lnTo>
                    <a:pt x="3464253" y="3475983"/>
                  </a:lnTo>
                  <a:lnTo>
                    <a:pt x="3542479" y="3429192"/>
                  </a:lnTo>
                  <a:lnTo>
                    <a:pt x="3551378" y="3431466"/>
                  </a:lnTo>
                  <a:lnTo>
                    <a:pt x="3559491" y="3445202"/>
                  </a:lnTo>
                  <a:lnTo>
                    <a:pt x="3557287" y="3453995"/>
                  </a:lnTo>
                  <a:lnTo>
                    <a:pt x="3550353" y="3458242"/>
                  </a:lnTo>
                  <a:close/>
                </a:path>
                <a:path w="5300345" h="5505450">
                  <a:moveTo>
                    <a:pt x="2560377" y="4062893"/>
                  </a:moveTo>
                  <a:lnTo>
                    <a:pt x="2553430" y="4067147"/>
                  </a:lnTo>
                  <a:lnTo>
                    <a:pt x="2544611" y="4065138"/>
                  </a:lnTo>
                  <a:lnTo>
                    <a:pt x="2536046" y="4051695"/>
                  </a:lnTo>
                  <a:lnTo>
                    <a:pt x="2538026" y="4042726"/>
                  </a:lnTo>
                  <a:lnTo>
                    <a:pt x="2544790" y="4038417"/>
                  </a:lnTo>
                  <a:lnTo>
                    <a:pt x="2615508" y="3994663"/>
                  </a:lnTo>
                  <a:lnTo>
                    <a:pt x="2622346" y="3990476"/>
                  </a:lnTo>
                  <a:lnTo>
                    <a:pt x="2631277" y="3992613"/>
                  </a:lnTo>
                  <a:lnTo>
                    <a:pt x="2639645" y="4006278"/>
                  </a:lnTo>
                  <a:lnTo>
                    <a:pt x="2637510" y="4015211"/>
                  </a:lnTo>
                  <a:lnTo>
                    <a:pt x="2630684" y="4019390"/>
                  </a:lnTo>
                  <a:lnTo>
                    <a:pt x="2560377" y="4062893"/>
                  </a:lnTo>
                  <a:close/>
                </a:path>
                <a:path w="5300345" h="5505450">
                  <a:moveTo>
                    <a:pt x="2865306" y="3872742"/>
                  </a:moveTo>
                  <a:lnTo>
                    <a:pt x="2858310" y="3877026"/>
                  </a:lnTo>
                  <a:lnTo>
                    <a:pt x="2849524" y="3875048"/>
                  </a:lnTo>
                  <a:lnTo>
                    <a:pt x="2840904" y="3861672"/>
                  </a:lnTo>
                  <a:lnTo>
                    <a:pt x="2842843" y="3852691"/>
                  </a:lnTo>
                  <a:lnTo>
                    <a:pt x="2919897" y="3803846"/>
                  </a:lnTo>
                  <a:lnTo>
                    <a:pt x="2927139" y="3799775"/>
                  </a:lnTo>
                  <a:lnTo>
                    <a:pt x="2935651" y="3801771"/>
                  </a:lnTo>
                  <a:lnTo>
                    <a:pt x="2944044" y="3815422"/>
                  </a:lnTo>
                  <a:lnTo>
                    <a:pt x="2941928" y="3824358"/>
                  </a:lnTo>
                  <a:lnTo>
                    <a:pt x="2900010" y="3850512"/>
                  </a:lnTo>
                  <a:lnTo>
                    <a:pt x="2865306" y="3872742"/>
                  </a:lnTo>
                  <a:close/>
                </a:path>
                <a:path w="5300345" h="5505450">
                  <a:moveTo>
                    <a:pt x="1680237" y="4624806"/>
                  </a:moveTo>
                  <a:lnTo>
                    <a:pt x="1673099" y="4624543"/>
                  </a:lnTo>
                  <a:lnTo>
                    <a:pt x="1662401" y="4615044"/>
                  </a:lnTo>
                  <a:lnTo>
                    <a:pt x="1661442" y="4606479"/>
                  </a:lnTo>
                  <a:lnTo>
                    <a:pt x="1666392" y="4600458"/>
                  </a:lnTo>
                  <a:lnTo>
                    <a:pt x="1668473" y="4598193"/>
                  </a:lnTo>
                  <a:lnTo>
                    <a:pt x="1673737" y="4593678"/>
                  </a:lnTo>
                  <a:lnTo>
                    <a:pt x="1684785" y="4585374"/>
                  </a:lnTo>
                  <a:lnTo>
                    <a:pt x="1704217" y="4571746"/>
                  </a:lnTo>
                  <a:lnTo>
                    <a:pt x="1710533" y="4566980"/>
                  </a:lnTo>
                  <a:lnTo>
                    <a:pt x="1719829" y="4568895"/>
                  </a:lnTo>
                  <a:lnTo>
                    <a:pt x="1728922" y="4582117"/>
                  </a:lnTo>
                  <a:lnTo>
                    <a:pt x="1727239" y="4591138"/>
                  </a:lnTo>
                  <a:lnTo>
                    <a:pt x="1704495" y="4606937"/>
                  </a:lnTo>
                  <a:lnTo>
                    <a:pt x="1694887" y="4613973"/>
                  </a:lnTo>
                  <a:lnTo>
                    <a:pt x="1690140" y="4617724"/>
                  </a:lnTo>
                  <a:lnTo>
                    <a:pt x="1688586" y="4619126"/>
                  </a:lnTo>
                  <a:lnTo>
                    <a:pt x="1687693" y="4620057"/>
                  </a:lnTo>
                  <a:lnTo>
                    <a:pt x="1686687" y="4620853"/>
                  </a:lnTo>
                  <a:lnTo>
                    <a:pt x="1680237" y="4624806"/>
                  </a:lnTo>
                  <a:close/>
                </a:path>
                <a:path w="5300345" h="5505450">
                  <a:moveTo>
                    <a:pt x="4199202" y="1839182"/>
                  </a:moveTo>
                  <a:lnTo>
                    <a:pt x="4197530" y="1839839"/>
                  </a:lnTo>
                  <a:lnTo>
                    <a:pt x="4195733" y="1840160"/>
                  </a:lnTo>
                  <a:lnTo>
                    <a:pt x="4193099" y="1841292"/>
                  </a:lnTo>
                  <a:lnTo>
                    <a:pt x="4187307" y="1844135"/>
                  </a:lnTo>
                  <a:lnTo>
                    <a:pt x="4177165" y="1849473"/>
                  </a:lnTo>
                  <a:lnTo>
                    <a:pt x="4154491" y="1861993"/>
                  </a:lnTo>
                  <a:lnTo>
                    <a:pt x="4145656" y="1859497"/>
                  </a:lnTo>
                  <a:lnTo>
                    <a:pt x="4137837" y="1845512"/>
                  </a:lnTo>
                  <a:lnTo>
                    <a:pt x="4140205" y="1836520"/>
                  </a:lnTo>
                  <a:lnTo>
                    <a:pt x="4147339" y="1832767"/>
                  </a:lnTo>
                  <a:lnTo>
                    <a:pt x="4169686" y="1820584"/>
                  </a:lnTo>
                  <a:lnTo>
                    <a:pt x="4182457" y="1814269"/>
                  </a:lnTo>
                  <a:lnTo>
                    <a:pt x="4188951" y="1811860"/>
                  </a:lnTo>
                  <a:lnTo>
                    <a:pt x="4192466" y="1811396"/>
                  </a:lnTo>
                  <a:lnTo>
                    <a:pt x="4200477" y="1811025"/>
                  </a:lnTo>
                  <a:lnTo>
                    <a:pt x="4207260" y="1817220"/>
                  </a:lnTo>
                  <a:lnTo>
                    <a:pt x="4207874" y="1830697"/>
                  </a:lnTo>
                  <a:lnTo>
                    <a:pt x="4205060" y="1835595"/>
                  </a:lnTo>
                  <a:lnTo>
                    <a:pt x="4199202" y="1839182"/>
                  </a:lnTo>
                  <a:close/>
                </a:path>
                <a:path w="5300345" h="5505450">
                  <a:moveTo>
                    <a:pt x="1705957" y="3356811"/>
                  </a:moveTo>
                  <a:lnTo>
                    <a:pt x="1698998" y="3361072"/>
                  </a:lnTo>
                  <a:lnTo>
                    <a:pt x="1690184" y="3359043"/>
                  </a:lnTo>
                  <a:lnTo>
                    <a:pt x="1681618" y="3345601"/>
                  </a:lnTo>
                  <a:lnTo>
                    <a:pt x="1683619" y="3336636"/>
                  </a:lnTo>
                  <a:lnTo>
                    <a:pt x="1760269" y="3287571"/>
                  </a:lnTo>
                  <a:lnTo>
                    <a:pt x="1767238" y="3283899"/>
                  </a:lnTo>
                  <a:lnTo>
                    <a:pt x="1775999" y="3285213"/>
                  </a:lnTo>
                  <a:lnTo>
                    <a:pt x="1784634" y="3298714"/>
                  </a:lnTo>
                  <a:lnTo>
                    <a:pt x="1782666" y="3307676"/>
                  </a:lnTo>
                  <a:lnTo>
                    <a:pt x="1705957" y="3356811"/>
                  </a:lnTo>
                  <a:close/>
                </a:path>
                <a:path w="5300345" h="5505450">
                  <a:moveTo>
                    <a:pt x="3302508" y="2344715"/>
                  </a:moveTo>
                  <a:lnTo>
                    <a:pt x="3285405" y="2355188"/>
                  </a:lnTo>
                  <a:lnTo>
                    <a:pt x="3294786" y="2349243"/>
                  </a:lnTo>
                  <a:lnTo>
                    <a:pt x="3301572" y="2344455"/>
                  </a:lnTo>
                  <a:lnTo>
                    <a:pt x="3302508" y="2344715"/>
                  </a:lnTo>
                  <a:close/>
                </a:path>
                <a:path w="5300345" h="5505450">
                  <a:moveTo>
                    <a:pt x="3301652" y="2379226"/>
                  </a:moveTo>
                  <a:lnTo>
                    <a:pt x="3295735" y="2382849"/>
                  </a:lnTo>
                  <a:lnTo>
                    <a:pt x="3232320" y="2421254"/>
                  </a:lnTo>
                  <a:lnTo>
                    <a:pt x="3223421" y="2419042"/>
                  </a:lnTo>
                  <a:lnTo>
                    <a:pt x="3215127" y="2405348"/>
                  </a:lnTo>
                  <a:lnTo>
                    <a:pt x="3217298" y="2396479"/>
                  </a:lnTo>
                  <a:lnTo>
                    <a:pt x="3224171" y="2392271"/>
                  </a:lnTo>
                  <a:lnTo>
                    <a:pt x="3302508" y="2344715"/>
                  </a:lnTo>
                  <a:lnTo>
                    <a:pt x="3310515" y="2346939"/>
                  </a:lnTo>
                  <a:lnTo>
                    <a:pt x="3319116" y="2360441"/>
                  </a:lnTo>
                  <a:lnTo>
                    <a:pt x="3317124" y="2369418"/>
                  </a:lnTo>
                  <a:lnTo>
                    <a:pt x="3301652" y="2379226"/>
                  </a:lnTo>
                  <a:close/>
                </a:path>
                <a:path w="5300345" h="5505450">
                  <a:moveTo>
                    <a:pt x="3930197" y="1993829"/>
                  </a:moveTo>
                  <a:lnTo>
                    <a:pt x="3845341" y="2045141"/>
                  </a:lnTo>
                  <a:lnTo>
                    <a:pt x="3836441" y="2042916"/>
                  </a:lnTo>
                  <a:lnTo>
                    <a:pt x="3828214" y="2029216"/>
                  </a:lnTo>
                  <a:lnTo>
                    <a:pt x="3830397" y="2020353"/>
                  </a:lnTo>
                  <a:lnTo>
                    <a:pt x="3837282" y="2016138"/>
                  </a:lnTo>
                  <a:lnTo>
                    <a:pt x="3915131" y="1969064"/>
                  </a:lnTo>
                  <a:lnTo>
                    <a:pt x="3924051" y="1971260"/>
                  </a:lnTo>
                  <a:lnTo>
                    <a:pt x="3932354" y="1984931"/>
                  </a:lnTo>
                  <a:lnTo>
                    <a:pt x="3930197" y="1993829"/>
                  </a:lnTo>
                  <a:close/>
                </a:path>
                <a:path w="5300345" h="5505450">
                  <a:moveTo>
                    <a:pt x="2943381" y="2597790"/>
                  </a:moveTo>
                  <a:lnTo>
                    <a:pt x="2925351" y="2608813"/>
                  </a:lnTo>
                  <a:lnTo>
                    <a:pt x="2916432" y="2606668"/>
                  </a:lnTo>
                  <a:lnTo>
                    <a:pt x="2908056" y="2592991"/>
                  </a:lnTo>
                  <a:lnTo>
                    <a:pt x="2910200" y="2584071"/>
                  </a:lnTo>
                  <a:lnTo>
                    <a:pt x="2994598" y="2532222"/>
                  </a:lnTo>
                  <a:lnTo>
                    <a:pt x="3003502" y="2534342"/>
                  </a:lnTo>
                  <a:lnTo>
                    <a:pt x="3011912" y="2547965"/>
                  </a:lnTo>
                  <a:lnTo>
                    <a:pt x="3009796" y="2556901"/>
                  </a:lnTo>
                  <a:lnTo>
                    <a:pt x="2943381" y="2597790"/>
                  </a:lnTo>
                  <a:close/>
                </a:path>
                <a:path w="5300345" h="5505450">
                  <a:moveTo>
                    <a:pt x="2011440" y="3167181"/>
                  </a:moveTo>
                  <a:lnTo>
                    <a:pt x="2004602" y="3171368"/>
                  </a:lnTo>
                  <a:lnTo>
                    <a:pt x="1995682" y="3169223"/>
                  </a:lnTo>
                  <a:lnTo>
                    <a:pt x="1987307" y="3155545"/>
                  </a:lnTo>
                  <a:lnTo>
                    <a:pt x="1989450" y="3146626"/>
                  </a:lnTo>
                  <a:lnTo>
                    <a:pt x="2024325" y="3125188"/>
                  </a:lnTo>
                  <a:lnTo>
                    <a:pt x="2074210" y="3095072"/>
                  </a:lnTo>
                  <a:lnTo>
                    <a:pt x="2083120" y="3097308"/>
                  </a:lnTo>
                  <a:lnTo>
                    <a:pt x="2091312" y="3111013"/>
                  </a:lnTo>
                  <a:lnTo>
                    <a:pt x="2089233" y="3119461"/>
                  </a:lnTo>
                  <a:lnTo>
                    <a:pt x="2039477" y="3149931"/>
                  </a:lnTo>
                  <a:lnTo>
                    <a:pt x="2011440" y="3167181"/>
                  </a:lnTo>
                  <a:close/>
                </a:path>
                <a:path w="5300345" h="5505450">
                  <a:moveTo>
                    <a:pt x="2089137" y="3119854"/>
                  </a:moveTo>
                  <a:lnTo>
                    <a:pt x="2082242" y="3124076"/>
                  </a:lnTo>
                  <a:lnTo>
                    <a:pt x="2039477" y="3149931"/>
                  </a:lnTo>
                  <a:lnTo>
                    <a:pt x="2089233" y="3119461"/>
                  </a:lnTo>
                  <a:lnTo>
                    <a:pt x="2089137" y="3119854"/>
                  </a:lnTo>
                  <a:close/>
                </a:path>
                <a:path w="5300345" h="5505450">
                  <a:moveTo>
                    <a:pt x="1460475" y="3470774"/>
                  </a:moveTo>
                  <a:lnTo>
                    <a:pt x="1409451" y="3502020"/>
                  </a:lnTo>
                  <a:lnTo>
                    <a:pt x="1453366" y="3474927"/>
                  </a:lnTo>
                  <a:lnTo>
                    <a:pt x="1460239" y="3470718"/>
                  </a:lnTo>
                  <a:lnTo>
                    <a:pt x="1460475" y="3470774"/>
                  </a:lnTo>
                  <a:close/>
                </a:path>
                <a:path w="5300345" h="5505450">
                  <a:moveTo>
                    <a:pt x="1424602" y="3526763"/>
                  </a:moveTo>
                  <a:lnTo>
                    <a:pt x="1390997" y="3547290"/>
                  </a:lnTo>
                  <a:lnTo>
                    <a:pt x="1382070" y="3545132"/>
                  </a:lnTo>
                  <a:lnTo>
                    <a:pt x="1373734" y="3531465"/>
                  </a:lnTo>
                  <a:lnTo>
                    <a:pt x="1375878" y="3522545"/>
                  </a:lnTo>
                  <a:lnTo>
                    <a:pt x="1460475" y="3470774"/>
                  </a:lnTo>
                  <a:lnTo>
                    <a:pt x="1469129" y="3472816"/>
                  </a:lnTo>
                  <a:lnTo>
                    <a:pt x="1477571" y="3486386"/>
                  </a:lnTo>
                  <a:lnTo>
                    <a:pt x="1475493" y="3495330"/>
                  </a:lnTo>
                  <a:lnTo>
                    <a:pt x="1424602" y="3526763"/>
                  </a:lnTo>
                  <a:close/>
                </a:path>
                <a:path w="5300345" h="5505450">
                  <a:moveTo>
                    <a:pt x="3615604" y="2185013"/>
                  </a:moveTo>
                  <a:lnTo>
                    <a:pt x="3535516" y="2229007"/>
                  </a:lnTo>
                  <a:lnTo>
                    <a:pt x="3526697" y="2226432"/>
                  </a:lnTo>
                  <a:lnTo>
                    <a:pt x="3519000" y="2212374"/>
                  </a:lnTo>
                  <a:lnTo>
                    <a:pt x="3522140" y="2203126"/>
                  </a:lnTo>
                  <a:lnTo>
                    <a:pt x="3528586" y="2199709"/>
                  </a:lnTo>
                  <a:lnTo>
                    <a:pt x="3608201" y="2155892"/>
                  </a:lnTo>
                  <a:lnTo>
                    <a:pt x="3617043" y="2158367"/>
                  </a:lnTo>
                  <a:lnTo>
                    <a:pt x="3624810" y="2172166"/>
                  </a:lnTo>
                  <a:lnTo>
                    <a:pt x="3622536" y="2180767"/>
                  </a:lnTo>
                  <a:lnTo>
                    <a:pt x="3615604" y="2185013"/>
                  </a:lnTo>
                  <a:close/>
                </a:path>
                <a:path w="5300345" h="5505450">
                  <a:moveTo>
                    <a:pt x="2623203" y="2788175"/>
                  </a:moveTo>
                  <a:lnTo>
                    <a:pt x="2616244" y="2792436"/>
                  </a:lnTo>
                  <a:lnTo>
                    <a:pt x="2607425" y="2790427"/>
                  </a:lnTo>
                  <a:lnTo>
                    <a:pt x="2598860" y="2776984"/>
                  </a:lnTo>
                  <a:lnTo>
                    <a:pt x="2600848" y="2768027"/>
                  </a:lnTo>
                  <a:lnTo>
                    <a:pt x="2677513" y="2718903"/>
                  </a:lnTo>
                  <a:lnTo>
                    <a:pt x="2683738" y="2714393"/>
                  </a:lnTo>
                  <a:lnTo>
                    <a:pt x="2693233" y="2716584"/>
                  </a:lnTo>
                  <a:lnTo>
                    <a:pt x="2701844" y="2730101"/>
                  </a:lnTo>
                  <a:lnTo>
                    <a:pt x="2699863" y="2739071"/>
                  </a:lnTo>
                  <a:lnTo>
                    <a:pt x="2623203" y="2788175"/>
                  </a:lnTo>
                  <a:close/>
                </a:path>
                <a:path w="5300345" h="5505450">
                  <a:moveTo>
                    <a:pt x="2316215" y="2975668"/>
                  </a:moveTo>
                  <a:lnTo>
                    <a:pt x="2309474" y="2979796"/>
                  </a:lnTo>
                  <a:lnTo>
                    <a:pt x="2300889" y="2978041"/>
                  </a:lnTo>
                  <a:lnTo>
                    <a:pt x="2291937" y="2965101"/>
                  </a:lnTo>
                  <a:lnTo>
                    <a:pt x="2333488" y="2928809"/>
                  </a:lnTo>
                  <a:lnTo>
                    <a:pt x="2370085" y="2905301"/>
                  </a:lnTo>
                  <a:lnTo>
                    <a:pt x="2376935" y="2901106"/>
                  </a:lnTo>
                  <a:lnTo>
                    <a:pt x="2385847" y="2903239"/>
                  </a:lnTo>
                  <a:lnTo>
                    <a:pt x="2394240" y="2916889"/>
                  </a:lnTo>
                  <a:lnTo>
                    <a:pt x="2392104" y="2925821"/>
                  </a:lnTo>
                  <a:lnTo>
                    <a:pt x="2385286" y="2930013"/>
                  </a:lnTo>
                  <a:lnTo>
                    <a:pt x="2367135" y="2941442"/>
                  </a:lnTo>
                  <a:lnTo>
                    <a:pt x="2349440" y="2953041"/>
                  </a:lnTo>
                  <a:lnTo>
                    <a:pt x="2316215" y="2975668"/>
                  </a:lnTo>
                  <a:close/>
                </a:path>
                <a:path w="5300345" h="5505450">
                  <a:moveTo>
                    <a:pt x="1131768" y="3718111"/>
                  </a:moveTo>
                  <a:lnTo>
                    <a:pt x="1125327" y="3722052"/>
                  </a:lnTo>
                  <a:lnTo>
                    <a:pt x="1118210" y="3721794"/>
                  </a:lnTo>
                  <a:lnTo>
                    <a:pt x="1107494" y="3712377"/>
                  </a:lnTo>
                  <a:lnTo>
                    <a:pt x="1106500" y="3703783"/>
                  </a:lnTo>
                  <a:lnTo>
                    <a:pt x="1111434" y="3697737"/>
                  </a:lnTo>
                  <a:lnTo>
                    <a:pt x="1148958" y="3668778"/>
                  </a:lnTo>
                  <a:lnTo>
                    <a:pt x="1155611" y="3664455"/>
                  </a:lnTo>
                  <a:lnTo>
                    <a:pt x="1164572" y="3665796"/>
                  </a:lnTo>
                  <a:lnTo>
                    <a:pt x="1173746" y="3678933"/>
                  </a:lnTo>
                  <a:lnTo>
                    <a:pt x="1172139" y="3687974"/>
                  </a:lnTo>
                  <a:lnTo>
                    <a:pt x="1149281" y="3704152"/>
                  </a:lnTo>
                  <a:lnTo>
                    <a:pt x="1139688" y="3711330"/>
                  </a:lnTo>
                  <a:lnTo>
                    <a:pt x="1135071" y="3715060"/>
                  </a:lnTo>
                  <a:lnTo>
                    <a:pt x="1133703" y="3716311"/>
                  </a:lnTo>
                  <a:lnTo>
                    <a:pt x="1132789" y="3717285"/>
                  </a:lnTo>
                  <a:lnTo>
                    <a:pt x="1131768" y="3718111"/>
                  </a:lnTo>
                  <a:close/>
                </a:path>
              </a:pathLst>
            </a:custGeom>
            <a:solidFill>
              <a:srgbClr val="C3AA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1190" y="742706"/>
              <a:ext cx="10010636" cy="88892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17426" y="2519761"/>
              <a:ext cx="6162040" cy="6475095"/>
            </a:xfrm>
            <a:custGeom>
              <a:avLst/>
              <a:gdLst/>
              <a:ahLst/>
              <a:cxnLst/>
              <a:rect l="l" t="t" r="r" b="b"/>
              <a:pathLst>
                <a:path w="6162040" h="6475095">
                  <a:moveTo>
                    <a:pt x="24910" y="49884"/>
                  </a:moveTo>
                  <a:lnTo>
                    <a:pt x="15214" y="47923"/>
                  </a:lnTo>
                  <a:lnTo>
                    <a:pt x="7296" y="42578"/>
                  </a:lnTo>
                  <a:lnTo>
                    <a:pt x="1957" y="34650"/>
                  </a:lnTo>
                  <a:lnTo>
                    <a:pt x="0" y="24942"/>
                  </a:lnTo>
                  <a:lnTo>
                    <a:pt x="1958" y="15232"/>
                  </a:lnTo>
                  <a:lnTo>
                    <a:pt x="7298" y="7304"/>
                  </a:lnTo>
                  <a:lnTo>
                    <a:pt x="15216" y="1959"/>
                  </a:lnTo>
                  <a:lnTo>
                    <a:pt x="24910" y="0"/>
                  </a:lnTo>
                  <a:lnTo>
                    <a:pt x="34607" y="1960"/>
                  </a:lnTo>
                  <a:lnTo>
                    <a:pt x="42526" y="7305"/>
                  </a:lnTo>
                  <a:lnTo>
                    <a:pt x="47864" y="15233"/>
                  </a:lnTo>
                  <a:lnTo>
                    <a:pt x="49821" y="24942"/>
                  </a:lnTo>
                  <a:lnTo>
                    <a:pt x="47864" y="34650"/>
                  </a:lnTo>
                  <a:lnTo>
                    <a:pt x="42525" y="42578"/>
                  </a:lnTo>
                  <a:lnTo>
                    <a:pt x="34607" y="47923"/>
                  </a:lnTo>
                  <a:lnTo>
                    <a:pt x="24910" y="49884"/>
                  </a:lnTo>
                  <a:close/>
                </a:path>
                <a:path w="6162040" h="6475095">
                  <a:moveTo>
                    <a:pt x="1771112" y="49884"/>
                  </a:moveTo>
                  <a:lnTo>
                    <a:pt x="1761416" y="47923"/>
                  </a:lnTo>
                  <a:lnTo>
                    <a:pt x="1753498" y="42578"/>
                  </a:lnTo>
                  <a:lnTo>
                    <a:pt x="1748159" y="34650"/>
                  </a:lnTo>
                  <a:lnTo>
                    <a:pt x="1746201" y="24942"/>
                  </a:lnTo>
                  <a:lnTo>
                    <a:pt x="1748160" y="15232"/>
                  </a:lnTo>
                  <a:lnTo>
                    <a:pt x="1753499" y="7304"/>
                  </a:lnTo>
                  <a:lnTo>
                    <a:pt x="1761418" y="1959"/>
                  </a:lnTo>
                  <a:lnTo>
                    <a:pt x="1771112" y="0"/>
                  </a:lnTo>
                  <a:lnTo>
                    <a:pt x="1780809" y="1960"/>
                  </a:lnTo>
                  <a:lnTo>
                    <a:pt x="1788727" y="7305"/>
                  </a:lnTo>
                  <a:lnTo>
                    <a:pt x="1794066" y="15233"/>
                  </a:lnTo>
                  <a:lnTo>
                    <a:pt x="1796023" y="24942"/>
                  </a:lnTo>
                  <a:lnTo>
                    <a:pt x="1794065" y="34650"/>
                  </a:lnTo>
                  <a:lnTo>
                    <a:pt x="1788727" y="42578"/>
                  </a:lnTo>
                  <a:lnTo>
                    <a:pt x="1780808" y="47923"/>
                  </a:lnTo>
                  <a:lnTo>
                    <a:pt x="1771112" y="49884"/>
                  </a:lnTo>
                  <a:close/>
                </a:path>
                <a:path w="6162040" h="6475095">
                  <a:moveTo>
                    <a:pt x="2644212" y="49884"/>
                  </a:moveTo>
                  <a:lnTo>
                    <a:pt x="2634516" y="47923"/>
                  </a:lnTo>
                  <a:lnTo>
                    <a:pt x="2626597" y="42578"/>
                  </a:lnTo>
                  <a:lnTo>
                    <a:pt x="2621258" y="34650"/>
                  </a:lnTo>
                  <a:lnTo>
                    <a:pt x="2619301" y="24942"/>
                  </a:lnTo>
                  <a:lnTo>
                    <a:pt x="2621259" y="15232"/>
                  </a:lnTo>
                  <a:lnTo>
                    <a:pt x="2626599" y="7304"/>
                  </a:lnTo>
                  <a:lnTo>
                    <a:pt x="2634518" y="1959"/>
                  </a:lnTo>
                  <a:lnTo>
                    <a:pt x="2644212" y="0"/>
                  </a:lnTo>
                  <a:lnTo>
                    <a:pt x="2653908" y="1960"/>
                  </a:lnTo>
                  <a:lnTo>
                    <a:pt x="2661827" y="7305"/>
                  </a:lnTo>
                  <a:lnTo>
                    <a:pt x="2667165" y="15233"/>
                  </a:lnTo>
                  <a:lnTo>
                    <a:pt x="2669122" y="24942"/>
                  </a:lnTo>
                  <a:lnTo>
                    <a:pt x="2667165" y="34650"/>
                  </a:lnTo>
                  <a:lnTo>
                    <a:pt x="2661826" y="42578"/>
                  </a:lnTo>
                  <a:lnTo>
                    <a:pt x="2653908" y="47923"/>
                  </a:lnTo>
                  <a:lnTo>
                    <a:pt x="2644212" y="49884"/>
                  </a:lnTo>
                  <a:close/>
                </a:path>
                <a:path w="6162040" h="6475095">
                  <a:moveTo>
                    <a:pt x="3517314" y="49884"/>
                  </a:moveTo>
                  <a:lnTo>
                    <a:pt x="3507618" y="47923"/>
                  </a:lnTo>
                  <a:lnTo>
                    <a:pt x="3499699" y="42578"/>
                  </a:lnTo>
                  <a:lnTo>
                    <a:pt x="3494360" y="34650"/>
                  </a:lnTo>
                  <a:lnTo>
                    <a:pt x="3492403" y="24942"/>
                  </a:lnTo>
                  <a:lnTo>
                    <a:pt x="3494361" y="15232"/>
                  </a:lnTo>
                  <a:lnTo>
                    <a:pt x="3499701" y="7304"/>
                  </a:lnTo>
                  <a:lnTo>
                    <a:pt x="3507620" y="1959"/>
                  </a:lnTo>
                  <a:lnTo>
                    <a:pt x="3517314" y="0"/>
                  </a:lnTo>
                  <a:lnTo>
                    <a:pt x="3527010" y="1960"/>
                  </a:lnTo>
                  <a:lnTo>
                    <a:pt x="3534928" y="7305"/>
                  </a:lnTo>
                  <a:lnTo>
                    <a:pt x="3540266" y="15233"/>
                  </a:lnTo>
                  <a:lnTo>
                    <a:pt x="3542225" y="24942"/>
                  </a:lnTo>
                  <a:lnTo>
                    <a:pt x="3540267" y="34650"/>
                  </a:lnTo>
                  <a:lnTo>
                    <a:pt x="3534928" y="42578"/>
                  </a:lnTo>
                  <a:lnTo>
                    <a:pt x="3527010" y="47923"/>
                  </a:lnTo>
                  <a:lnTo>
                    <a:pt x="3517314" y="49884"/>
                  </a:lnTo>
                  <a:close/>
                </a:path>
                <a:path w="6162040" h="6475095">
                  <a:moveTo>
                    <a:pt x="4390413" y="49884"/>
                  </a:moveTo>
                  <a:lnTo>
                    <a:pt x="4380717" y="47923"/>
                  </a:lnTo>
                  <a:lnTo>
                    <a:pt x="4372799" y="42578"/>
                  </a:lnTo>
                  <a:lnTo>
                    <a:pt x="4367460" y="34650"/>
                  </a:lnTo>
                  <a:lnTo>
                    <a:pt x="4365502" y="24942"/>
                  </a:lnTo>
                  <a:lnTo>
                    <a:pt x="4367461" y="15232"/>
                  </a:lnTo>
                  <a:lnTo>
                    <a:pt x="4372800" y="7304"/>
                  </a:lnTo>
                  <a:lnTo>
                    <a:pt x="4380719" y="1959"/>
                  </a:lnTo>
                  <a:lnTo>
                    <a:pt x="4390413" y="0"/>
                  </a:lnTo>
                  <a:lnTo>
                    <a:pt x="4400110" y="1960"/>
                  </a:lnTo>
                  <a:lnTo>
                    <a:pt x="4408028" y="7305"/>
                  </a:lnTo>
                  <a:lnTo>
                    <a:pt x="4413367" y="15233"/>
                  </a:lnTo>
                  <a:lnTo>
                    <a:pt x="4415324" y="24942"/>
                  </a:lnTo>
                  <a:lnTo>
                    <a:pt x="4413367" y="34650"/>
                  </a:lnTo>
                  <a:lnTo>
                    <a:pt x="4408028" y="42578"/>
                  </a:lnTo>
                  <a:lnTo>
                    <a:pt x="4400109" y="47923"/>
                  </a:lnTo>
                  <a:lnTo>
                    <a:pt x="4390413" y="49884"/>
                  </a:lnTo>
                  <a:close/>
                </a:path>
                <a:path w="6162040" h="6475095">
                  <a:moveTo>
                    <a:pt x="5263512" y="49884"/>
                  </a:moveTo>
                  <a:lnTo>
                    <a:pt x="5253816" y="47923"/>
                  </a:lnTo>
                  <a:lnTo>
                    <a:pt x="5245898" y="42578"/>
                  </a:lnTo>
                  <a:lnTo>
                    <a:pt x="5240559" y="34650"/>
                  </a:lnTo>
                  <a:lnTo>
                    <a:pt x="5238602" y="24942"/>
                  </a:lnTo>
                  <a:lnTo>
                    <a:pt x="5240560" y="15232"/>
                  </a:lnTo>
                  <a:lnTo>
                    <a:pt x="5245900" y="7304"/>
                  </a:lnTo>
                  <a:lnTo>
                    <a:pt x="5253818" y="1959"/>
                  </a:lnTo>
                  <a:lnTo>
                    <a:pt x="5263512" y="0"/>
                  </a:lnTo>
                  <a:lnTo>
                    <a:pt x="5273211" y="1960"/>
                  </a:lnTo>
                  <a:lnTo>
                    <a:pt x="5281129" y="7305"/>
                  </a:lnTo>
                  <a:lnTo>
                    <a:pt x="5286467" y="15233"/>
                  </a:lnTo>
                  <a:lnTo>
                    <a:pt x="5288424" y="24942"/>
                  </a:lnTo>
                  <a:lnTo>
                    <a:pt x="5286466" y="34650"/>
                  </a:lnTo>
                  <a:lnTo>
                    <a:pt x="5281127" y="42578"/>
                  </a:lnTo>
                  <a:lnTo>
                    <a:pt x="5273209" y="47923"/>
                  </a:lnTo>
                  <a:lnTo>
                    <a:pt x="5263512" y="49884"/>
                  </a:lnTo>
                  <a:close/>
                </a:path>
                <a:path w="6162040" h="6475095">
                  <a:moveTo>
                    <a:pt x="6136615" y="49884"/>
                  </a:moveTo>
                  <a:lnTo>
                    <a:pt x="6126919" y="47923"/>
                  </a:lnTo>
                  <a:lnTo>
                    <a:pt x="6119000" y="42578"/>
                  </a:lnTo>
                  <a:lnTo>
                    <a:pt x="6113662" y="34650"/>
                  </a:lnTo>
                  <a:lnTo>
                    <a:pt x="6111704" y="24942"/>
                  </a:lnTo>
                  <a:lnTo>
                    <a:pt x="6113662" y="15232"/>
                  </a:lnTo>
                  <a:lnTo>
                    <a:pt x="6119002" y="7304"/>
                  </a:lnTo>
                  <a:lnTo>
                    <a:pt x="6126921" y="1959"/>
                  </a:lnTo>
                  <a:lnTo>
                    <a:pt x="6136615" y="0"/>
                  </a:lnTo>
                  <a:lnTo>
                    <a:pt x="6146312" y="1960"/>
                  </a:lnTo>
                  <a:lnTo>
                    <a:pt x="6154230" y="7305"/>
                  </a:lnTo>
                  <a:lnTo>
                    <a:pt x="6159569" y="15233"/>
                  </a:lnTo>
                  <a:lnTo>
                    <a:pt x="6161526" y="24942"/>
                  </a:lnTo>
                  <a:lnTo>
                    <a:pt x="6159568" y="34650"/>
                  </a:lnTo>
                  <a:lnTo>
                    <a:pt x="6154229" y="42578"/>
                  </a:lnTo>
                  <a:lnTo>
                    <a:pt x="6146311" y="47923"/>
                  </a:lnTo>
                  <a:lnTo>
                    <a:pt x="6136615" y="49884"/>
                  </a:lnTo>
                  <a:close/>
                </a:path>
                <a:path w="6162040" h="6475095">
                  <a:moveTo>
                    <a:pt x="24910" y="852992"/>
                  </a:moveTo>
                  <a:lnTo>
                    <a:pt x="15214" y="851032"/>
                  </a:lnTo>
                  <a:lnTo>
                    <a:pt x="7296" y="845686"/>
                  </a:lnTo>
                  <a:lnTo>
                    <a:pt x="1957" y="837758"/>
                  </a:lnTo>
                  <a:lnTo>
                    <a:pt x="0" y="828050"/>
                  </a:lnTo>
                  <a:lnTo>
                    <a:pt x="1958" y="818340"/>
                  </a:lnTo>
                  <a:lnTo>
                    <a:pt x="7298" y="810412"/>
                  </a:lnTo>
                  <a:lnTo>
                    <a:pt x="15216" y="805067"/>
                  </a:lnTo>
                  <a:lnTo>
                    <a:pt x="24910" y="803108"/>
                  </a:lnTo>
                  <a:lnTo>
                    <a:pt x="34607" y="805068"/>
                  </a:lnTo>
                  <a:lnTo>
                    <a:pt x="42526" y="810413"/>
                  </a:lnTo>
                  <a:lnTo>
                    <a:pt x="47864" y="818341"/>
                  </a:lnTo>
                  <a:lnTo>
                    <a:pt x="49821" y="828050"/>
                  </a:lnTo>
                  <a:lnTo>
                    <a:pt x="47864" y="837758"/>
                  </a:lnTo>
                  <a:lnTo>
                    <a:pt x="42525" y="845686"/>
                  </a:lnTo>
                  <a:lnTo>
                    <a:pt x="34607" y="851032"/>
                  </a:lnTo>
                  <a:lnTo>
                    <a:pt x="24910" y="852992"/>
                  </a:lnTo>
                  <a:close/>
                </a:path>
                <a:path w="6162040" h="6475095">
                  <a:moveTo>
                    <a:pt x="898010" y="852992"/>
                  </a:moveTo>
                  <a:lnTo>
                    <a:pt x="888314" y="851032"/>
                  </a:lnTo>
                  <a:lnTo>
                    <a:pt x="880395" y="845686"/>
                  </a:lnTo>
                  <a:lnTo>
                    <a:pt x="875057" y="837758"/>
                  </a:lnTo>
                  <a:lnTo>
                    <a:pt x="873099" y="828050"/>
                  </a:lnTo>
                  <a:lnTo>
                    <a:pt x="875057" y="818340"/>
                  </a:lnTo>
                  <a:lnTo>
                    <a:pt x="880397" y="810412"/>
                  </a:lnTo>
                  <a:lnTo>
                    <a:pt x="888316" y="805067"/>
                  </a:lnTo>
                  <a:lnTo>
                    <a:pt x="898010" y="803108"/>
                  </a:lnTo>
                  <a:lnTo>
                    <a:pt x="907708" y="805068"/>
                  </a:lnTo>
                  <a:lnTo>
                    <a:pt x="915626" y="810413"/>
                  </a:lnTo>
                  <a:lnTo>
                    <a:pt x="920964" y="818341"/>
                  </a:lnTo>
                  <a:lnTo>
                    <a:pt x="922921" y="828050"/>
                  </a:lnTo>
                  <a:lnTo>
                    <a:pt x="920963" y="837758"/>
                  </a:lnTo>
                  <a:lnTo>
                    <a:pt x="915624" y="845686"/>
                  </a:lnTo>
                  <a:lnTo>
                    <a:pt x="907706" y="851032"/>
                  </a:lnTo>
                  <a:lnTo>
                    <a:pt x="898010" y="852992"/>
                  </a:lnTo>
                  <a:close/>
                </a:path>
                <a:path w="6162040" h="6475095">
                  <a:moveTo>
                    <a:pt x="1771112" y="852992"/>
                  </a:moveTo>
                  <a:lnTo>
                    <a:pt x="1761416" y="851032"/>
                  </a:lnTo>
                  <a:lnTo>
                    <a:pt x="1753498" y="845686"/>
                  </a:lnTo>
                  <a:lnTo>
                    <a:pt x="1748159" y="837758"/>
                  </a:lnTo>
                  <a:lnTo>
                    <a:pt x="1746201" y="828050"/>
                  </a:lnTo>
                  <a:lnTo>
                    <a:pt x="1748160" y="818340"/>
                  </a:lnTo>
                  <a:lnTo>
                    <a:pt x="1753499" y="810412"/>
                  </a:lnTo>
                  <a:lnTo>
                    <a:pt x="1761418" y="805067"/>
                  </a:lnTo>
                  <a:lnTo>
                    <a:pt x="1771112" y="803108"/>
                  </a:lnTo>
                  <a:lnTo>
                    <a:pt x="1780809" y="805068"/>
                  </a:lnTo>
                  <a:lnTo>
                    <a:pt x="1788727" y="810413"/>
                  </a:lnTo>
                  <a:lnTo>
                    <a:pt x="1794066" y="818341"/>
                  </a:lnTo>
                  <a:lnTo>
                    <a:pt x="1796023" y="828050"/>
                  </a:lnTo>
                  <a:lnTo>
                    <a:pt x="1794065" y="837758"/>
                  </a:lnTo>
                  <a:lnTo>
                    <a:pt x="1788727" y="845686"/>
                  </a:lnTo>
                  <a:lnTo>
                    <a:pt x="1780808" y="851032"/>
                  </a:lnTo>
                  <a:lnTo>
                    <a:pt x="1771112" y="852992"/>
                  </a:lnTo>
                  <a:close/>
                </a:path>
                <a:path w="6162040" h="6475095">
                  <a:moveTo>
                    <a:pt x="2644212" y="852992"/>
                  </a:moveTo>
                  <a:lnTo>
                    <a:pt x="2634516" y="851032"/>
                  </a:lnTo>
                  <a:lnTo>
                    <a:pt x="2626597" y="845686"/>
                  </a:lnTo>
                  <a:lnTo>
                    <a:pt x="2621258" y="837758"/>
                  </a:lnTo>
                  <a:lnTo>
                    <a:pt x="2619301" y="828050"/>
                  </a:lnTo>
                  <a:lnTo>
                    <a:pt x="2621259" y="818340"/>
                  </a:lnTo>
                  <a:lnTo>
                    <a:pt x="2626599" y="810412"/>
                  </a:lnTo>
                  <a:lnTo>
                    <a:pt x="2634518" y="805067"/>
                  </a:lnTo>
                  <a:lnTo>
                    <a:pt x="2644212" y="803108"/>
                  </a:lnTo>
                  <a:lnTo>
                    <a:pt x="2653908" y="805068"/>
                  </a:lnTo>
                  <a:lnTo>
                    <a:pt x="2661827" y="810413"/>
                  </a:lnTo>
                  <a:lnTo>
                    <a:pt x="2667165" y="818341"/>
                  </a:lnTo>
                  <a:lnTo>
                    <a:pt x="2669122" y="828050"/>
                  </a:lnTo>
                  <a:lnTo>
                    <a:pt x="2667165" y="837758"/>
                  </a:lnTo>
                  <a:lnTo>
                    <a:pt x="2661826" y="845686"/>
                  </a:lnTo>
                  <a:lnTo>
                    <a:pt x="2653908" y="851032"/>
                  </a:lnTo>
                  <a:lnTo>
                    <a:pt x="2644212" y="852992"/>
                  </a:lnTo>
                  <a:close/>
                </a:path>
                <a:path w="6162040" h="6475095">
                  <a:moveTo>
                    <a:pt x="3517314" y="852992"/>
                  </a:moveTo>
                  <a:lnTo>
                    <a:pt x="3507618" y="851032"/>
                  </a:lnTo>
                  <a:lnTo>
                    <a:pt x="3499699" y="845686"/>
                  </a:lnTo>
                  <a:lnTo>
                    <a:pt x="3494360" y="837758"/>
                  </a:lnTo>
                  <a:lnTo>
                    <a:pt x="3492403" y="828050"/>
                  </a:lnTo>
                  <a:lnTo>
                    <a:pt x="3494361" y="818340"/>
                  </a:lnTo>
                  <a:lnTo>
                    <a:pt x="3499701" y="810412"/>
                  </a:lnTo>
                  <a:lnTo>
                    <a:pt x="3507620" y="805067"/>
                  </a:lnTo>
                  <a:lnTo>
                    <a:pt x="3517314" y="803108"/>
                  </a:lnTo>
                  <a:lnTo>
                    <a:pt x="3527010" y="805068"/>
                  </a:lnTo>
                  <a:lnTo>
                    <a:pt x="3534928" y="810413"/>
                  </a:lnTo>
                  <a:lnTo>
                    <a:pt x="3540266" y="818341"/>
                  </a:lnTo>
                  <a:lnTo>
                    <a:pt x="3542225" y="828050"/>
                  </a:lnTo>
                  <a:lnTo>
                    <a:pt x="3540267" y="837758"/>
                  </a:lnTo>
                  <a:lnTo>
                    <a:pt x="3534928" y="845686"/>
                  </a:lnTo>
                  <a:lnTo>
                    <a:pt x="3527010" y="851032"/>
                  </a:lnTo>
                  <a:lnTo>
                    <a:pt x="3517314" y="852992"/>
                  </a:lnTo>
                  <a:close/>
                </a:path>
                <a:path w="6162040" h="6475095">
                  <a:moveTo>
                    <a:pt x="4390413" y="852992"/>
                  </a:moveTo>
                  <a:lnTo>
                    <a:pt x="4380717" y="851032"/>
                  </a:lnTo>
                  <a:lnTo>
                    <a:pt x="4372799" y="845686"/>
                  </a:lnTo>
                  <a:lnTo>
                    <a:pt x="4367460" y="837758"/>
                  </a:lnTo>
                  <a:lnTo>
                    <a:pt x="4365502" y="828050"/>
                  </a:lnTo>
                  <a:lnTo>
                    <a:pt x="4367461" y="818340"/>
                  </a:lnTo>
                  <a:lnTo>
                    <a:pt x="4372800" y="810412"/>
                  </a:lnTo>
                  <a:lnTo>
                    <a:pt x="4380719" y="805067"/>
                  </a:lnTo>
                  <a:lnTo>
                    <a:pt x="4390413" y="803108"/>
                  </a:lnTo>
                  <a:lnTo>
                    <a:pt x="4400110" y="805068"/>
                  </a:lnTo>
                  <a:lnTo>
                    <a:pt x="4408028" y="810413"/>
                  </a:lnTo>
                  <a:lnTo>
                    <a:pt x="4413367" y="818341"/>
                  </a:lnTo>
                  <a:lnTo>
                    <a:pt x="4415324" y="828050"/>
                  </a:lnTo>
                  <a:lnTo>
                    <a:pt x="4413367" y="837758"/>
                  </a:lnTo>
                  <a:lnTo>
                    <a:pt x="4408028" y="845686"/>
                  </a:lnTo>
                  <a:lnTo>
                    <a:pt x="4400109" y="851032"/>
                  </a:lnTo>
                  <a:lnTo>
                    <a:pt x="4390413" y="852992"/>
                  </a:lnTo>
                  <a:close/>
                </a:path>
                <a:path w="6162040" h="6475095">
                  <a:moveTo>
                    <a:pt x="5263512" y="852992"/>
                  </a:moveTo>
                  <a:lnTo>
                    <a:pt x="5253816" y="851032"/>
                  </a:lnTo>
                  <a:lnTo>
                    <a:pt x="5245898" y="845686"/>
                  </a:lnTo>
                  <a:lnTo>
                    <a:pt x="5240559" y="837758"/>
                  </a:lnTo>
                  <a:lnTo>
                    <a:pt x="5238602" y="828050"/>
                  </a:lnTo>
                  <a:lnTo>
                    <a:pt x="5240560" y="818340"/>
                  </a:lnTo>
                  <a:lnTo>
                    <a:pt x="5245900" y="810412"/>
                  </a:lnTo>
                  <a:lnTo>
                    <a:pt x="5253818" y="805067"/>
                  </a:lnTo>
                  <a:lnTo>
                    <a:pt x="5263512" y="803108"/>
                  </a:lnTo>
                  <a:lnTo>
                    <a:pt x="5273211" y="805068"/>
                  </a:lnTo>
                  <a:lnTo>
                    <a:pt x="5281129" y="810413"/>
                  </a:lnTo>
                  <a:lnTo>
                    <a:pt x="5286467" y="818341"/>
                  </a:lnTo>
                  <a:lnTo>
                    <a:pt x="5288424" y="828050"/>
                  </a:lnTo>
                  <a:lnTo>
                    <a:pt x="5286466" y="837758"/>
                  </a:lnTo>
                  <a:lnTo>
                    <a:pt x="5281127" y="845686"/>
                  </a:lnTo>
                  <a:lnTo>
                    <a:pt x="5273209" y="851032"/>
                  </a:lnTo>
                  <a:lnTo>
                    <a:pt x="5263512" y="852992"/>
                  </a:lnTo>
                  <a:close/>
                </a:path>
                <a:path w="6162040" h="6475095">
                  <a:moveTo>
                    <a:pt x="6136615" y="852992"/>
                  </a:moveTo>
                  <a:lnTo>
                    <a:pt x="6126919" y="851032"/>
                  </a:lnTo>
                  <a:lnTo>
                    <a:pt x="6119000" y="845686"/>
                  </a:lnTo>
                  <a:lnTo>
                    <a:pt x="6113662" y="837758"/>
                  </a:lnTo>
                  <a:lnTo>
                    <a:pt x="6111704" y="828050"/>
                  </a:lnTo>
                  <a:lnTo>
                    <a:pt x="6113662" y="818340"/>
                  </a:lnTo>
                  <a:lnTo>
                    <a:pt x="6119002" y="810412"/>
                  </a:lnTo>
                  <a:lnTo>
                    <a:pt x="6126921" y="805067"/>
                  </a:lnTo>
                  <a:lnTo>
                    <a:pt x="6136615" y="803108"/>
                  </a:lnTo>
                  <a:lnTo>
                    <a:pt x="6146312" y="805068"/>
                  </a:lnTo>
                  <a:lnTo>
                    <a:pt x="6154230" y="810413"/>
                  </a:lnTo>
                  <a:lnTo>
                    <a:pt x="6159569" y="818341"/>
                  </a:lnTo>
                  <a:lnTo>
                    <a:pt x="6161526" y="828050"/>
                  </a:lnTo>
                  <a:lnTo>
                    <a:pt x="6159568" y="837758"/>
                  </a:lnTo>
                  <a:lnTo>
                    <a:pt x="6154229" y="845686"/>
                  </a:lnTo>
                  <a:lnTo>
                    <a:pt x="6146311" y="851032"/>
                  </a:lnTo>
                  <a:lnTo>
                    <a:pt x="6136615" y="852992"/>
                  </a:lnTo>
                  <a:close/>
                </a:path>
                <a:path w="6162040" h="6475095">
                  <a:moveTo>
                    <a:pt x="24910" y="1656097"/>
                  </a:moveTo>
                  <a:lnTo>
                    <a:pt x="15214" y="1654137"/>
                  </a:lnTo>
                  <a:lnTo>
                    <a:pt x="7296" y="1648791"/>
                  </a:lnTo>
                  <a:lnTo>
                    <a:pt x="1957" y="1640863"/>
                  </a:lnTo>
                  <a:lnTo>
                    <a:pt x="0" y="1631155"/>
                  </a:lnTo>
                  <a:lnTo>
                    <a:pt x="1957" y="1621447"/>
                  </a:lnTo>
                  <a:lnTo>
                    <a:pt x="7296" y="1613518"/>
                  </a:lnTo>
                  <a:lnTo>
                    <a:pt x="15214" y="1608173"/>
                  </a:lnTo>
                  <a:lnTo>
                    <a:pt x="24910" y="1606213"/>
                  </a:lnTo>
                  <a:lnTo>
                    <a:pt x="34607" y="1608173"/>
                  </a:lnTo>
                  <a:lnTo>
                    <a:pt x="42525" y="1613518"/>
                  </a:lnTo>
                  <a:lnTo>
                    <a:pt x="47864" y="1621447"/>
                  </a:lnTo>
                  <a:lnTo>
                    <a:pt x="49821" y="1631155"/>
                  </a:lnTo>
                  <a:lnTo>
                    <a:pt x="47864" y="1640863"/>
                  </a:lnTo>
                  <a:lnTo>
                    <a:pt x="42525" y="1648791"/>
                  </a:lnTo>
                  <a:lnTo>
                    <a:pt x="34607" y="1654137"/>
                  </a:lnTo>
                  <a:lnTo>
                    <a:pt x="24910" y="1656097"/>
                  </a:lnTo>
                  <a:close/>
                </a:path>
                <a:path w="6162040" h="6475095">
                  <a:moveTo>
                    <a:pt x="898010" y="1656097"/>
                  </a:moveTo>
                  <a:lnTo>
                    <a:pt x="888314" y="1654137"/>
                  </a:lnTo>
                  <a:lnTo>
                    <a:pt x="880395" y="1648791"/>
                  </a:lnTo>
                  <a:lnTo>
                    <a:pt x="875057" y="1640863"/>
                  </a:lnTo>
                  <a:lnTo>
                    <a:pt x="873099" y="1631155"/>
                  </a:lnTo>
                  <a:lnTo>
                    <a:pt x="875057" y="1621447"/>
                  </a:lnTo>
                  <a:lnTo>
                    <a:pt x="880395" y="1613518"/>
                  </a:lnTo>
                  <a:lnTo>
                    <a:pt x="888314" y="1608173"/>
                  </a:lnTo>
                  <a:lnTo>
                    <a:pt x="898010" y="1606213"/>
                  </a:lnTo>
                  <a:lnTo>
                    <a:pt x="907707" y="1608173"/>
                  </a:lnTo>
                  <a:lnTo>
                    <a:pt x="915625" y="1613518"/>
                  </a:lnTo>
                  <a:lnTo>
                    <a:pt x="920963" y="1621447"/>
                  </a:lnTo>
                  <a:lnTo>
                    <a:pt x="922921" y="1631155"/>
                  </a:lnTo>
                  <a:lnTo>
                    <a:pt x="920963" y="1640863"/>
                  </a:lnTo>
                  <a:lnTo>
                    <a:pt x="915624" y="1648791"/>
                  </a:lnTo>
                  <a:lnTo>
                    <a:pt x="907706" y="1654137"/>
                  </a:lnTo>
                  <a:lnTo>
                    <a:pt x="898010" y="1656097"/>
                  </a:lnTo>
                  <a:close/>
                </a:path>
                <a:path w="6162040" h="6475095">
                  <a:moveTo>
                    <a:pt x="1771112" y="1656097"/>
                  </a:moveTo>
                  <a:lnTo>
                    <a:pt x="1761416" y="1654137"/>
                  </a:lnTo>
                  <a:lnTo>
                    <a:pt x="1753498" y="1648791"/>
                  </a:lnTo>
                  <a:lnTo>
                    <a:pt x="1748159" y="1640863"/>
                  </a:lnTo>
                  <a:lnTo>
                    <a:pt x="1746201" y="1631155"/>
                  </a:lnTo>
                  <a:lnTo>
                    <a:pt x="1748159" y="1621447"/>
                  </a:lnTo>
                  <a:lnTo>
                    <a:pt x="1753498" y="1613518"/>
                  </a:lnTo>
                  <a:lnTo>
                    <a:pt x="1761416" y="1608173"/>
                  </a:lnTo>
                  <a:lnTo>
                    <a:pt x="1771112" y="1606213"/>
                  </a:lnTo>
                  <a:lnTo>
                    <a:pt x="1780808" y="1608173"/>
                  </a:lnTo>
                  <a:lnTo>
                    <a:pt x="1788727" y="1613518"/>
                  </a:lnTo>
                  <a:lnTo>
                    <a:pt x="1794065" y="1621447"/>
                  </a:lnTo>
                  <a:lnTo>
                    <a:pt x="1796023" y="1631155"/>
                  </a:lnTo>
                  <a:lnTo>
                    <a:pt x="1794065" y="1640863"/>
                  </a:lnTo>
                  <a:lnTo>
                    <a:pt x="1788727" y="1648791"/>
                  </a:lnTo>
                  <a:lnTo>
                    <a:pt x="1780808" y="1654137"/>
                  </a:lnTo>
                  <a:lnTo>
                    <a:pt x="1771112" y="1656097"/>
                  </a:lnTo>
                  <a:close/>
                </a:path>
                <a:path w="6162040" h="6475095">
                  <a:moveTo>
                    <a:pt x="2644212" y="1656097"/>
                  </a:moveTo>
                  <a:lnTo>
                    <a:pt x="2634516" y="1654137"/>
                  </a:lnTo>
                  <a:lnTo>
                    <a:pt x="2626597" y="1648791"/>
                  </a:lnTo>
                  <a:lnTo>
                    <a:pt x="2621258" y="1640863"/>
                  </a:lnTo>
                  <a:lnTo>
                    <a:pt x="2619301" y="1631155"/>
                  </a:lnTo>
                  <a:lnTo>
                    <a:pt x="2621258" y="1621447"/>
                  </a:lnTo>
                  <a:lnTo>
                    <a:pt x="2626597" y="1613518"/>
                  </a:lnTo>
                  <a:lnTo>
                    <a:pt x="2634516" y="1608173"/>
                  </a:lnTo>
                  <a:lnTo>
                    <a:pt x="2644212" y="1606213"/>
                  </a:lnTo>
                  <a:lnTo>
                    <a:pt x="2653908" y="1608173"/>
                  </a:lnTo>
                  <a:lnTo>
                    <a:pt x="2661826" y="1613518"/>
                  </a:lnTo>
                  <a:lnTo>
                    <a:pt x="2667165" y="1621447"/>
                  </a:lnTo>
                  <a:lnTo>
                    <a:pt x="2669122" y="1631155"/>
                  </a:lnTo>
                  <a:lnTo>
                    <a:pt x="2667165" y="1640863"/>
                  </a:lnTo>
                  <a:lnTo>
                    <a:pt x="2661826" y="1648791"/>
                  </a:lnTo>
                  <a:lnTo>
                    <a:pt x="2653908" y="1654137"/>
                  </a:lnTo>
                  <a:lnTo>
                    <a:pt x="2644212" y="1656097"/>
                  </a:lnTo>
                  <a:close/>
                </a:path>
                <a:path w="6162040" h="6475095">
                  <a:moveTo>
                    <a:pt x="3517314" y="1656097"/>
                  </a:moveTo>
                  <a:lnTo>
                    <a:pt x="3507618" y="1654137"/>
                  </a:lnTo>
                  <a:lnTo>
                    <a:pt x="3499699" y="1648791"/>
                  </a:lnTo>
                  <a:lnTo>
                    <a:pt x="3494360" y="1640863"/>
                  </a:lnTo>
                  <a:lnTo>
                    <a:pt x="3492403" y="1631155"/>
                  </a:lnTo>
                  <a:lnTo>
                    <a:pt x="3494360" y="1621447"/>
                  </a:lnTo>
                  <a:lnTo>
                    <a:pt x="3499699" y="1613518"/>
                  </a:lnTo>
                  <a:lnTo>
                    <a:pt x="3507618" y="1608173"/>
                  </a:lnTo>
                  <a:lnTo>
                    <a:pt x="3517314" y="1606213"/>
                  </a:lnTo>
                  <a:lnTo>
                    <a:pt x="3527010" y="1608173"/>
                  </a:lnTo>
                  <a:lnTo>
                    <a:pt x="3534928" y="1613518"/>
                  </a:lnTo>
                  <a:lnTo>
                    <a:pt x="3540267" y="1621447"/>
                  </a:lnTo>
                  <a:lnTo>
                    <a:pt x="3542225" y="1631155"/>
                  </a:lnTo>
                  <a:lnTo>
                    <a:pt x="3540267" y="1640863"/>
                  </a:lnTo>
                  <a:lnTo>
                    <a:pt x="3534928" y="1648791"/>
                  </a:lnTo>
                  <a:lnTo>
                    <a:pt x="3527010" y="1654137"/>
                  </a:lnTo>
                  <a:lnTo>
                    <a:pt x="3517314" y="1656097"/>
                  </a:lnTo>
                  <a:close/>
                </a:path>
                <a:path w="6162040" h="6475095">
                  <a:moveTo>
                    <a:pt x="4390413" y="1656097"/>
                  </a:moveTo>
                  <a:lnTo>
                    <a:pt x="4380717" y="1654137"/>
                  </a:lnTo>
                  <a:lnTo>
                    <a:pt x="4372799" y="1648791"/>
                  </a:lnTo>
                  <a:lnTo>
                    <a:pt x="4367460" y="1640863"/>
                  </a:lnTo>
                  <a:lnTo>
                    <a:pt x="4365502" y="1631155"/>
                  </a:lnTo>
                  <a:lnTo>
                    <a:pt x="4367460" y="1621447"/>
                  </a:lnTo>
                  <a:lnTo>
                    <a:pt x="4372799" y="1613518"/>
                  </a:lnTo>
                  <a:lnTo>
                    <a:pt x="4380717" y="1608173"/>
                  </a:lnTo>
                  <a:lnTo>
                    <a:pt x="4390413" y="1606213"/>
                  </a:lnTo>
                  <a:lnTo>
                    <a:pt x="4400109" y="1608173"/>
                  </a:lnTo>
                  <a:lnTo>
                    <a:pt x="4408028" y="1613518"/>
                  </a:lnTo>
                  <a:lnTo>
                    <a:pt x="4413367" y="1621447"/>
                  </a:lnTo>
                  <a:lnTo>
                    <a:pt x="4415324" y="1631155"/>
                  </a:lnTo>
                  <a:lnTo>
                    <a:pt x="4413367" y="1640863"/>
                  </a:lnTo>
                  <a:lnTo>
                    <a:pt x="4408028" y="1648791"/>
                  </a:lnTo>
                  <a:lnTo>
                    <a:pt x="4400109" y="1654137"/>
                  </a:lnTo>
                  <a:lnTo>
                    <a:pt x="4390413" y="1656097"/>
                  </a:lnTo>
                  <a:close/>
                </a:path>
                <a:path w="6162040" h="6475095">
                  <a:moveTo>
                    <a:pt x="5263512" y="1656097"/>
                  </a:moveTo>
                  <a:lnTo>
                    <a:pt x="5253816" y="1654137"/>
                  </a:lnTo>
                  <a:lnTo>
                    <a:pt x="5245898" y="1648791"/>
                  </a:lnTo>
                  <a:lnTo>
                    <a:pt x="5240559" y="1640863"/>
                  </a:lnTo>
                  <a:lnTo>
                    <a:pt x="5238602" y="1631155"/>
                  </a:lnTo>
                  <a:lnTo>
                    <a:pt x="5240559" y="1621447"/>
                  </a:lnTo>
                  <a:lnTo>
                    <a:pt x="5245898" y="1613518"/>
                  </a:lnTo>
                  <a:lnTo>
                    <a:pt x="5253816" y="1608173"/>
                  </a:lnTo>
                  <a:lnTo>
                    <a:pt x="5263512" y="1606213"/>
                  </a:lnTo>
                  <a:lnTo>
                    <a:pt x="5273210" y="1608173"/>
                  </a:lnTo>
                  <a:lnTo>
                    <a:pt x="5281128" y="1613518"/>
                  </a:lnTo>
                  <a:lnTo>
                    <a:pt x="5286466" y="1621447"/>
                  </a:lnTo>
                  <a:lnTo>
                    <a:pt x="5288424" y="1631155"/>
                  </a:lnTo>
                  <a:lnTo>
                    <a:pt x="5286466" y="1640863"/>
                  </a:lnTo>
                  <a:lnTo>
                    <a:pt x="5281127" y="1648791"/>
                  </a:lnTo>
                  <a:lnTo>
                    <a:pt x="5273209" y="1654137"/>
                  </a:lnTo>
                  <a:lnTo>
                    <a:pt x="5263512" y="1656097"/>
                  </a:lnTo>
                  <a:close/>
                </a:path>
                <a:path w="6162040" h="6475095">
                  <a:moveTo>
                    <a:pt x="6136615" y="1656097"/>
                  </a:moveTo>
                  <a:lnTo>
                    <a:pt x="6126919" y="1654137"/>
                  </a:lnTo>
                  <a:lnTo>
                    <a:pt x="6119000" y="1648791"/>
                  </a:lnTo>
                  <a:lnTo>
                    <a:pt x="6113662" y="1640863"/>
                  </a:lnTo>
                  <a:lnTo>
                    <a:pt x="6111704" y="1631155"/>
                  </a:lnTo>
                  <a:lnTo>
                    <a:pt x="6113662" y="1621447"/>
                  </a:lnTo>
                  <a:lnTo>
                    <a:pt x="6119000" y="1613518"/>
                  </a:lnTo>
                  <a:lnTo>
                    <a:pt x="6126919" y="1608173"/>
                  </a:lnTo>
                  <a:lnTo>
                    <a:pt x="6136615" y="1606213"/>
                  </a:lnTo>
                  <a:lnTo>
                    <a:pt x="6146311" y="1608173"/>
                  </a:lnTo>
                  <a:lnTo>
                    <a:pt x="6154229" y="1613518"/>
                  </a:lnTo>
                  <a:lnTo>
                    <a:pt x="6159568" y="1621447"/>
                  </a:lnTo>
                  <a:lnTo>
                    <a:pt x="6161526" y="1631155"/>
                  </a:lnTo>
                  <a:lnTo>
                    <a:pt x="6159568" y="1640863"/>
                  </a:lnTo>
                  <a:lnTo>
                    <a:pt x="6154229" y="1648791"/>
                  </a:lnTo>
                  <a:lnTo>
                    <a:pt x="6146311" y="1654137"/>
                  </a:lnTo>
                  <a:lnTo>
                    <a:pt x="6136615" y="1656097"/>
                  </a:lnTo>
                  <a:close/>
                </a:path>
                <a:path w="6162040" h="6475095">
                  <a:moveTo>
                    <a:pt x="24910" y="2459205"/>
                  </a:moveTo>
                  <a:lnTo>
                    <a:pt x="15214" y="2457244"/>
                  </a:lnTo>
                  <a:lnTo>
                    <a:pt x="7296" y="2451899"/>
                  </a:lnTo>
                  <a:lnTo>
                    <a:pt x="1957" y="2443971"/>
                  </a:lnTo>
                  <a:lnTo>
                    <a:pt x="0" y="2434263"/>
                  </a:lnTo>
                  <a:lnTo>
                    <a:pt x="1957" y="2424555"/>
                  </a:lnTo>
                  <a:lnTo>
                    <a:pt x="7296" y="2416626"/>
                  </a:lnTo>
                  <a:lnTo>
                    <a:pt x="15214" y="2411281"/>
                  </a:lnTo>
                  <a:lnTo>
                    <a:pt x="24910" y="2409321"/>
                  </a:lnTo>
                  <a:lnTo>
                    <a:pt x="34607" y="2411281"/>
                  </a:lnTo>
                  <a:lnTo>
                    <a:pt x="42525" y="2416626"/>
                  </a:lnTo>
                  <a:lnTo>
                    <a:pt x="47864" y="2424555"/>
                  </a:lnTo>
                  <a:lnTo>
                    <a:pt x="49821" y="2434263"/>
                  </a:lnTo>
                  <a:lnTo>
                    <a:pt x="47864" y="2443971"/>
                  </a:lnTo>
                  <a:lnTo>
                    <a:pt x="42525" y="2451899"/>
                  </a:lnTo>
                  <a:lnTo>
                    <a:pt x="34607" y="2457244"/>
                  </a:lnTo>
                  <a:lnTo>
                    <a:pt x="24910" y="2459205"/>
                  </a:lnTo>
                  <a:close/>
                </a:path>
                <a:path w="6162040" h="6475095">
                  <a:moveTo>
                    <a:pt x="898010" y="2459205"/>
                  </a:moveTo>
                  <a:lnTo>
                    <a:pt x="888314" y="2457244"/>
                  </a:lnTo>
                  <a:lnTo>
                    <a:pt x="880395" y="2451899"/>
                  </a:lnTo>
                  <a:lnTo>
                    <a:pt x="875057" y="2443971"/>
                  </a:lnTo>
                  <a:lnTo>
                    <a:pt x="873099" y="2434263"/>
                  </a:lnTo>
                  <a:lnTo>
                    <a:pt x="875057" y="2424555"/>
                  </a:lnTo>
                  <a:lnTo>
                    <a:pt x="880395" y="2416626"/>
                  </a:lnTo>
                  <a:lnTo>
                    <a:pt x="888314" y="2411281"/>
                  </a:lnTo>
                  <a:lnTo>
                    <a:pt x="898010" y="2409321"/>
                  </a:lnTo>
                  <a:lnTo>
                    <a:pt x="907707" y="2411281"/>
                  </a:lnTo>
                  <a:lnTo>
                    <a:pt x="915625" y="2416626"/>
                  </a:lnTo>
                  <a:lnTo>
                    <a:pt x="920963" y="2424555"/>
                  </a:lnTo>
                  <a:lnTo>
                    <a:pt x="922921" y="2434263"/>
                  </a:lnTo>
                  <a:lnTo>
                    <a:pt x="920963" y="2443971"/>
                  </a:lnTo>
                  <a:lnTo>
                    <a:pt x="915624" y="2451899"/>
                  </a:lnTo>
                  <a:lnTo>
                    <a:pt x="907706" y="2457244"/>
                  </a:lnTo>
                  <a:lnTo>
                    <a:pt x="898010" y="2459205"/>
                  </a:lnTo>
                  <a:close/>
                </a:path>
                <a:path w="6162040" h="6475095">
                  <a:moveTo>
                    <a:pt x="1771112" y="2459205"/>
                  </a:moveTo>
                  <a:lnTo>
                    <a:pt x="1761416" y="2457244"/>
                  </a:lnTo>
                  <a:lnTo>
                    <a:pt x="1753498" y="2451899"/>
                  </a:lnTo>
                  <a:lnTo>
                    <a:pt x="1748159" y="2443971"/>
                  </a:lnTo>
                  <a:lnTo>
                    <a:pt x="1746201" y="2434263"/>
                  </a:lnTo>
                  <a:lnTo>
                    <a:pt x="1748159" y="2424555"/>
                  </a:lnTo>
                  <a:lnTo>
                    <a:pt x="1753498" y="2416626"/>
                  </a:lnTo>
                  <a:lnTo>
                    <a:pt x="1761416" y="2411281"/>
                  </a:lnTo>
                  <a:lnTo>
                    <a:pt x="1771112" y="2409321"/>
                  </a:lnTo>
                  <a:lnTo>
                    <a:pt x="1780808" y="2411281"/>
                  </a:lnTo>
                  <a:lnTo>
                    <a:pt x="1788727" y="2416626"/>
                  </a:lnTo>
                  <a:lnTo>
                    <a:pt x="1794065" y="2424555"/>
                  </a:lnTo>
                  <a:lnTo>
                    <a:pt x="1796023" y="2434263"/>
                  </a:lnTo>
                  <a:lnTo>
                    <a:pt x="1794065" y="2443971"/>
                  </a:lnTo>
                  <a:lnTo>
                    <a:pt x="1788727" y="2451899"/>
                  </a:lnTo>
                  <a:lnTo>
                    <a:pt x="1780808" y="2457244"/>
                  </a:lnTo>
                  <a:lnTo>
                    <a:pt x="1771112" y="2459205"/>
                  </a:lnTo>
                  <a:close/>
                </a:path>
                <a:path w="6162040" h="6475095">
                  <a:moveTo>
                    <a:pt x="2644212" y="2459205"/>
                  </a:moveTo>
                  <a:lnTo>
                    <a:pt x="2634516" y="2457244"/>
                  </a:lnTo>
                  <a:lnTo>
                    <a:pt x="2626597" y="2451899"/>
                  </a:lnTo>
                  <a:lnTo>
                    <a:pt x="2621258" y="2443971"/>
                  </a:lnTo>
                  <a:lnTo>
                    <a:pt x="2619301" y="2434263"/>
                  </a:lnTo>
                  <a:lnTo>
                    <a:pt x="2621258" y="2424555"/>
                  </a:lnTo>
                  <a:lnTo>
                    <a:pt x="2626597" y="2416626"/>
                  </a:lnTo>
                  <a:lnTo>
                    <a:pt x="2634516" y="2411281"/>
                  </a:lnTo>
                  <a:lnTo>
                    <a:pt x="2644212" y="2409321"/>
                  </a:lnTo>
                  <a:lnTo>
                    <a:pt x="2653908" y="2411281"/>
                  </a:lnTo>
                  <a:lnTo>
                    <a:pt x="2661826" y="2416626"/>
                  </a:lnTo>
                  <a:lnTo>
                    <a:pt x="2667165" y="2424555"/>
                  </a:lnTo>
                  <a:lnTo>
                    <a:pt x="2669122" y="2434263"/>
                  </a:lnTo>
                  <a:lnTo>
                    <a:pt x="2667165" y="2443971"/>
                  </a:lnTo>
                  <a:lnTo>
                    <a:pt x="2661826" y="2451899"/>
                  </a:lnTo>
                  <a:lnTo>
                    <a:pt x="2653908" y="2457244"/>
                  </a:lnTo>
                  <a:lnTo>
                    <a:pt x="2644212" y="2459205"/>
                  </a:lnTo>
                  <a:close/>
                </a:path>
                <a:path w="6162040" h="6475095">
                  <a:moveTo>
                    <a:pt x="3517314" y="2459205"/>
                  </a:moveTo>
                  <a:lnTo>
                    <a:pt x="3507618" y="2457244"/>
                  </a:lnTo>
                  <a:lnTo>
                    <a:pt x="3499699" y="2451899"/>
                  </a:lnTo>
                  <a:lnTo>
                    <a:pt x="3494360" y="2443971"/>
                  </a:lnTo>
                  <a:lnTo>
                    <a:pt x="3492403" y="2434263"/>
                  </a:lnTo>
                  <a:lnTo>
                    <a:pt x="3494360" y="2424555"/>
                  </a:lnTo>
                  <a:lnTo>
                    <a:pt x="3499699" y="2416626"/>
                  </a:lnTo>
                  <a:lnTo>
                    <a:pt x="3507618" y="2411281"/>
                  </a:lnTo>
                  <a:lnTo>
                    <a:pt x="3517314" y="2409321"/>
                  </a:lnTo>
                  <a:lnTo>
                    <a:pt x="3527010" y="2411281"/>
                  </a:lnTo>
                  <a:lnTo>
                    <a:pt x="3534928" y="2416626"/>
                  </a:lnTo>
                  <a:lnTo>
                    <a:pt x="3540267" y="2424555"/>
                  </a:lnTo>
                  <a:lnTo>
                    <a:pt x="3542225" y="2434263"/>
                  </a:lnTo>
                  <a:lnTo>
                    <a:pt x="3540267" y="2443971"/>
                  </a:lnTo>
                  <a:lnTo>
                    <a:pt x="3534928" y="2451899"/>
                  </a:lnTo>
                  <a:lnTo>
                    <a:pt x="3527010" y="2457244"/>
                  </a:lnTo>
                  <a:lnTo>
                    <a:pt x="3517314" y="2459205"/>
                  </a:lnTo>
                  <a:close/>
                </a:path>
                <a:path w="6162040" h="6475095">
                  <a:moveTo>
                    <a:pt x="4390413" y="2459205"/>
                  </a:moveTo>
                  <a:lnTo>
                    <a:pt x="4380717" y="2457244"/>
                  </a:lnTo>
                  <a:lnTo>
                    <a:pt x="4372799" y="2451899"/>
                  </a:lnTo>
                  <a:lnTo>
                    <a:pt x="4367460" y="2443971"/>
                  </a:lnTo>
                  <a:lnTo>
                    <a:pt x="4365502" y="2434263"/>
                  </a:lnTo>
                  <a:lnTo>
                    <a:pt x="4367460" y="2424555"/>
                  </a:lnTo>
                  <a:lnTo>
                    <a:pt x="4372799" y="2416626"/>
                  </a:lnTo>
                  <a:lnTo>
                    <a:pt x="4380717" y="2411281"/>
                  </a:lnTo>
                  <a:lnTo>
                    <a:pt x="4390413" y="2409321"/>
                  </a:lnTo>
                  <a:lnTo>
                    <a:pt x="4400109" y="2411281"/>
                  </a:lnTo>
                  <a:lnTo>
                    <a:pt x="4408028" y="2416626"/>
                  </a:lnTo>
                  <a:lnTo>
                    <a:pt x="4413367" y="2424555"/>
                  </a:lnTo>
                  <a:lnTo>
                    <a:pt x="4415324" y="2434263"/>
                  </a:lnTo>
                  <a:lnTo>
                    <a:pt x="4413367" y="2443971"/>
                  </a:lnTo>
                  <a:lnTo>
                    <a:pt x="4408028" y="2451899"/>
                  </a:lnTo>
                  <a:lnTo>
                    <a:pt x="4400109" y="2457244"/>
                  </a:lnTo>
                  <a:lnTo>
                    <a:pt x="4390413" y="2459205"/>
                  </a:lnTo>
                  <a:close/>
                </a:path>
                <a:path w="6162040" h="6475095">
                  <a:moveTo>
                    <a:pt x="5263512" y="2459205"/>
                  </a:moveTo>
                  <a:lnTo>
                    <a:pt x="5253816" y="2457244"/>
                  </a:lnTo>
                  <a:lnTo>
                    <a:pt x="5245898" y="2451899"/>
                  </a:lnTo>
                  <a:lnTo>
                    <a:pt x="5240559" y="2443971"/>
                  </a:lnTo>
                  <a:lnTo>
                    <a:pt x="5238602" y="2434263"/>
                  </a:lnTo>
                  <a:lnTo>
                    <a:pt x="5240559" y="2424555"/>
                  </a:lnTo>
                  <a:lnTo>
                    <a:pt x="5245898" y="2416626"/>
                  </a:lnTo>
                  <a:lnTo>
                    <a:pt x="5253816" y="2411281"/>
                  </a:lnTo>
                  <a:lnTo>
                    <a:pt x="5263512" y="2409321"/>
                  </a:lnTo>
                  <a:lnTo>
                    <a:pt x="5273210" y="2411281"/>
                  </a:lnTo>
                  <a:lnTo>
                    <a:pt x="5281128" y="2416626"/>
                  </a:lnTo>
                  <a:lnTo>
                    <a:pt x="5286466" y="2424555"/>
                  </a:lnTo>
                  <a:lnTo>
                    <a:pt x="5288424" y="2434263"/>
                  </a:lnTo>
                  <a:lnTo>
                    <a:pt x="5286466" y="2443971"/>
                  </a:lnTo>
                  <a:lnTo>
                    <a:pt x="5281127" y="2451899"/>
                  </a:lnTo>
                  <a:lnTo>
                    <a:pt x="5273209" y="2457244"/>
                  </a:lnTo>
                  <a:lnTo>
                    <a:pt x="5263512" y="2459205"/>
                  </a:lnTo>
                  <a:close/>
                </a:path>
                <a:path w="6162040" h="6475095">
                  <a:moveTo>
                    <a:pt x="6136615" y="2459205"/>
                  </a:moveTo>
                  <a:lnTo>
                    <a:pt x="6126919" y="2457244"/>
                  </a:lnTo>
                  <a:lnTo>
                    <a:pt x="6119000" y="2451899"/>
                  </a:lnTo>
                  <a:lnTo>
                    <a:pt x="6113662" y="2443971"/>
                  </a:lnTo>
                  <a:lnTo>
                    <a:pt x="6111704" y="2434263"/>
                  </a:lnTo>
                  <a:lnTo>
                    <a:pt x="6113662" y="2424555"/>
                  </a:lnTo>
                  <a:lnTo>
                    <a:pt x="6119000" y="2416626"/>
                  </a:lnTo>
                  <a:lnTo>
                    <a:pt x="6126919" y="2411281"/>
                  </a:lnTo>
                  <a:lnTo>
                    <a:pt x="6136615" y="2409321"/>
                  </a:lnTo>
                  <a:lnTo>
                    <a:pt x="6146311" y="2411281"/>
                  </a:lnTo>
                  <a:lnTo>
                    <a:pt x="6154229" y="2416626"/>
                  </a:lnTo>
                  <a:lnTo>
                    <a:pt x="6159568" y="2424555"/>
                  </a:lnTo>
                  <a:lnTo>
                    <a:pt x="6161526" y="2434263"/>
                  </a:lnTo>
                  <a:lnTo>
                    <a:pt x="6159568" y="2443971"/>
                  </a:lnTo>
                  <a:lnTo>
                    <a:pt x="6154229" y="2451899"/>
                  </a:lnTo>
                  <a:lnTo>
                    <a:pt x="6146311" y="2457244"/>
                  </a:lnTo>
                  <a:lnTo>
                    <a:pt x="6136615" y="2459205"/>
                  </a:lnTo>
                  <a:close/>
                </a:path>
                <a:path w="6162040" h="6475095">
                  <a:moveTo>
                    <a:pt x="24910" y="3262313"/>
                  </a:moveTo>
                  <a:lnTo>
                    <a:pt x="15214" y="3260353"/>
                  </a:lnTo>
                  <a:lnTo>
                    <a:pt x="7296" y="3255007"/>
                  </a:lnTo>
                  <a:lnTo>
                    <a:pt x="1957" y="3247079"/>
                  </a:lnTo>
                  <a:lnTo>
                    <a:pt x="0" y="3237371"/>
                  </a:lnTo>
                  <a:lnTo>
                    <a:pt x="1958" y="3227661"/>
                  </a:lnTo>
                  <a:lnTo>
                    <a:pt x="7298" y="3219733"/>
                  </a:lnTo>
                  <a:lnTo>
                    <a:pt x="15216" y="3214388"/>
                  </a:lnTo>
                  <a:lnTo>
                    <a:pt x="24910" y="3212429"/>
                  </a:lnTo>
                  <a:lnTo>
                    <a:pt x="34607" y="3214389"/>
                  </a:lnTo>
                  <a:lnTo>
                    <a:pt x="42526" y="3219734"/>
                  </a:lnTo>
                  <a:lnTo>
                    <a:pt x="47864" y="3227663"/>
                  </a:lnTo>
                  <a:lnTo>
                    <a:pt x="49821" y="3237371"/>
                  </a:lnTo>
                  <a:lnTo>
                    <a:pt x="47864" y="3247079"/>
                  </a:lnTo>
                  <a:lnTo>
                    <a:pt x="42525" y="3255007"/>
                  </a:lnTo>
                  <a:lnTo>
                    <a:pt x="34607" y="3260353"/>
                  </a:lnTo>
                  <a:lnTo>
                    <a:pt x="24910" y="3262313"/>
                  </a:lnTo>
                  <a:close/>
                </a:path>
                <a:path w="6162040" h="6475095">
                  <a:moveTo>
                    <a:pt x="898010" y="3262313"/>
                  </a:moveTo>
                  <a:lnTo>
                    <a:pt x="888314" y="3260353"/>
                  </a:lnTo>
                  <a:lnTo>
                    <a:pt x="880395" y="3255007"/>
                  </a:lnTo>
                  <a:lnTo>
                    <a:pt x="875057" y="3247079"/>
                  </a:lnTo>
                  <a:lnTo>
                    <a:pt x="873099" y="3237371"/>
                  </a:lnTo>
                  <a:lnTo>
                    <a:pt x="875057" y="3227661"/>
                  </a:lnTo>
                  <a:lnTo>
                    <a:pt x="880397" y="3219733"/>
                  </a:lnTo>
                  <a:lnTo>
                    <a:pt x="888316" y="3214388"/>
                  </a:lnTo>
                  <a:lnTo>
                    <a:pt x="898010" y="3212429"/>
                  </a:lnTo>
                  <a:lnTo>
                    <a:pt x="907708" y="3214389"/>
                  </a:lnTo>
                  <a:lnTo>
                    <a:pt x="915626" y="3219734"/>
                  </a:lnTo>
                  <a:lnTo>
                    <a:pt x="920964" y="3227663"/>
                  </a:lnTo>
                  <a:lnTo>
                    <a:pt x="922921" y="3237371"/>
                  </a:lnTo>
                  <a:lnTo>
                    <a:pt x="920963" y="3247079"/>
                  </a:lnTo>
                  <a:lnTo>
                    <a:pt x="915624" y="3255007"/>
                  </a:lnTo>
                  <a:lnTo>
                    <a:pt x="907706" y="3260353"/>
                  </a:lnTo>
                  <a:lnTo>
                    <a:pt x="898010" y="3262313"/>
                  </a:lnTo>
                  <a:close/>
                </a:path>
                <a:path w="6162040" h="6475095">
                  <a:moveTo>
                    <a:pt x="1771112" y="3262313"/>
                  </a:moveTo>
                  <a:lnTo>
                    <a:pt x="1761416" y="3260353"/>
                  </a:lnTo>
                  <a:lnTo>
                    <a:pt x="1753498" y="3255007"/>
                  </a:lnTo>
                  <a:lnTo>
                    <a:pt x="1748159" y="3247079"/>
                  </a:lnTo>
                  <a:lnTo>
                    <a:pt x="1746201" y="3237371"/>
                  </a:lnTo>
                  <a:lnTo>
                    <a:pt x="1748160" y="3227661"/>
                  </a:lnTo>
                  <a:lnTo>
                    <a:pt x="1753499" y="3219733"/>
                  </a:lnTo>
                  <a:lnTo>
                    <a:pt x="1761418" y="3214388"/>
                  </a:lnTo>
                  <a:lnTo>
                    <a:pt x="1771112" y="3212429"/>
                  </a:lnTo>
                  <a:lnTo>
                    <a:pt x="1780809" y="3214389"/>
                  </a:lnTo>
                  <a:lnTo>
                    <a:pt x="1788727" y="3219734"/>
                  </a:lnTo>
                  <a:lnTo>
                    <a:pt x="1794066" y="3227663"/>
                  </a:lnTo>
                  <a:lnTo>
                    <a:pt x="1796023" y="3237371"/>
                  </a:lnTo>
                  <a:lnTo>
                    <a:pt x="1794065" y="3247079"/>
                  </a:lnTo>
                  <a:lnTo>
                    <a:pt x="1788727" y="3255007"/>
                  </a:lnTo>
                  <a:lnTo>
                    <a:pt x="1780808" y="3260353"/>
                  </a:lnTo>
                  <a:lnTo>
                    <a:pt x="1771112" y="3262313"/>
                  </a:lnTo>
                  <a:close/>
                </a:path>
                <a:path w="6162040" h="6475095">
                  <a:moveTo>
                    <a:pt x="2644212" y="3262313"/>
                  </a:moveTo>
                  <a:lnTo>
                    <a:pt x="2634516" y="3260353"/>
                  </a:lnTo>
                  <a:lnTo>
                    <a:pt x="2626597" y="3255007"/>
                  </a:lnTo>
                  <a:lnTo>
                    <a:pt x="2621258" y="3247079"/>
                  </a:lnTo>
                  <a:lnTo>
                    <a:pt x="2619301" y="3237371"/>
                  </a:lnTo>
                  <a:lnTo>
                    <a:pt x="2621259" y="3227661"/>
                  </a:lnTo>
                  <a:lnTo>
                    <a:pt x="2626599" y="3219733"/>
                  </a:lnTo>
                  <a:lnTo>
                    <a:pt x="2634517" y="3214388"/>
                  </a:lnTo>
                  <a:lnTo>
                    <a:pt x="2644212" y="3212429"/>
                  </a:lnTo>
                  <a:lnTo>
                    <a:pt x="2653908" y="3214389"/>
                  </a:lnTo>
                  <a:lnTo>
                    <a:pt x="2661827" y="3219734"/>
                  </a:lnTo>
                  <a:lnTo>
                    <a:pt x="2667165" y="3227663"/>
                  </a:lnTo>
                  <a:lnTo>
                    <a:pt x="2669122" y="3237371"/>
                  </a:lnTo>
                  <a:lnTo>
                    <a:pt x="2667165" y="3247079"/>
                  </a:lnTo>
                  <a:lnTo>
                    <a:pt x="2661826" y="3255007"/>
                  </a:lnTo>
                  <a:lnTo>
                    <a:pt x="2653908" y="3260353"/>
                  </a:lnTo>
                  <a:lnTo>
                    <a:pt x="2644212" y="3262313"/>
                  </a:lnTo>
                  <a:close/>
                </a:path>
                <a:path w="6162040" h="6475095">
                  <a:moveTo>
                    <a:pt x="3517314" y="3262313"/>
                  </a:moveTo>
                  <a:lnTo>
                    <a:pt x="3507618" y="3260353"/>
                  </a:lnTo>
                  <a:lnTo>
                    <a:pt x="3499699" y="3255007"/>
                  </a:lnTo>
                  <a:lnTo>
                    <a:pt x="3494360" y="3247079"/>
                  </a:lnTo>
                  <a:lnTo>
                    <a:pt x="3492403" y="3237371"/>
                  </a:lnTo>
                  <a:lnTo>
                    <a:pt x="3494361" y="3227661"/>
                  </a:lnTo>
                  <a:lnTo>
                    <a:pt x="3499701" y="3219733"/>
                  </a:lnTo>
                  <a:lnTo>
                    <a:pt x="3507619" y="3214388"/>
                  </a:lnTo>
                  <a:lnTo>
                    <a:pt x="3517314" y="3212429"/>
                  </a:lnTo>
                  <a:lnTo>
                    <a:pt x="3527010" y="3214389"/>
                  </a:lnTo>
                  <a:lnTo>
                    <a:pt x="3534928" y="3219734"/>
                  </a:lnTo>
                  <a:lnTo>
                    <a:pt x="3540266" y="3227663"/>
                  </a:lnTo>
                  <a:lnTo>
                    <a:pt x="3542225" y="3237371"/>
                  </a:lnTo>
                  <a:lnTo>
                    <a:pt x="3540267" y="3247079"/>
                  </a:lnTo>
                  <a:lnTo>
                    <a:pt x="3534928" y="3255007"/>
                  </a:lnTo>
                  <a:lnTo>
                    <a:pt x="3527010" y="3260353"/>
                  </a:lnTo>
                  <a:lnTo>
                    <a:pt x="3517314" y="3262313"/>
                  </a:lnTo>
                  <a:close/>
                </a:path>
                <a:path w="6162040" h="6475095">
                  <a:moveTo>
                    <a:pt x="4390413" y="3262313"/>
                  </a:moveTo>
                  <a:lnTo>
                    <a:pt x="4380717" y="3260353"/>
                  </a:lnTo>
                  <a:lnTo>
                    <a:pt x="4372799" y="3255007"/>
                  </a:lnTo>
                  <a:lnTo>
                    <a:pt x="4367460" y="3247079"/>
                  </a:lnTo>
                  <a:lnTo>
                    <a:pt x="4365502" y="3237371"/>
                  </a:lnTo>
                  <a:lnTo>
                    <a:pt x="4367461" y="3227661"/>
                  </a:lnTo>
                  <a:lnTo>
                    <a:pt x="4372800" y="3219733"/>
                  </a:lnTo>
                  <a:lnTo>
                    <a:pt x="4380719" y="3214388"/>
                  </a:lnTo>
                  <a:lnTo>
                    <a:pt x="4390413" y="3212429"/>
                  </a:lnTo>
                  <a:lnTo>
                    <a:pt x="4400110" y="3214389"/>
                  </a:lnTo>
                  <a:lnTo>
                    <a:pt x="4408028" y="3219734"/>
                  </a:lnTo>
                  <a:lnTo>
                    <a:pt x="4413367" y="3227663"/>
                  </a:lnTo>
                  <a:lnTo>
                    <a:pt x="4415324" y="3237371"/>
                  </a:lnTo>
                  <a:lnTo>
                    <a:pt x="4413367" y="3247079"/>
                  </a:lnTo>
                  <a:lnTo>
                    <a:pt x="4408028" y="3255007"/>
                  </a:lnTo>
                  <a:lnTo>
                    <a:pt x="4400109" y="3260353"/>
                  </a:lnTo>
                  <a:lnTo>
                    <a:pt x="4390413" y="3262313"/>
                  </a:lnTo>
                  <a:close/>
                </a:path>
                <a:path w="6162040" h="6475095">
                  <a:moveTo>
                    <a:pt x="5263512" y="3262313"/>
                  </a:moveTo>
                  <a:lnTo>
                    <a:pt x="5253816" y="3260353"/>
                  </a:lnTo>
                  <a:lnTo>
                    <a:pt x="5245898" y="3255007"/>
                  </a:lnTo>
                  <a:lnTo>
                    <a:pt x="5240559" y="3247079"/>
                  </a:lnTo>
                  <a:lnTo>
                    <a:pt x="5238602" y="3237371"/>
                  </a:lnTo>
                  <a:lnTo>
                    <a:pt x="5240560" y="3227661"/>
                  </a:lnTo>
                  <a:lnTo>
                    <a:pt x="5245900" y="3219733"/>
                  </a:lnTo>
                  <a:lnTo>
                    <a:pt x="5253818" y="3214388"/>
                  </a:lnTo>
                  <a:lnTo>
                    <a:pt x="5263512" y="3212429"/>
                  </a:lnTo>
                  <a:lnTo>
                    <a:pt x="5273211" y="3214389"/>
                  </a:lnTo>
                  <a:lnTo>
                    <a:pt x="5281129" y="3219734"/>
                  </a:lnTo>
                  <a:lnTo>
                    <a:pt x="5286467" y="3227663"/>
                  </a:lnTo>
                  <a:lnTo>
                    <a:pt x="5288424" y="3237371"/>
                  </a:lnTo>
                  <a:lnTo>
                    <a:pt x="5286466" y="3247079"/>
                  </a:lnTo>
                  <a:lnTo>
                    <a:pt x="5281127" y="3255007"/>
                  </a:lnTo>
                  <a:lnTo>
                    <a:pt x="5273209" y="3260353"/>
                  </a:lnTo>
                  <a:lnTo>
                    <a:pt x="5263512" y="3262313"/>
                  </a:lnTo>
                  <a:close/>
                </a:path>
                <a:path w="6162040" h="6475095">
                  <a:moveTo>
                    <a:pt x="6136615" y="3262313"/>
                  </a:moveTo>
                  <a:lnTo>
                    <a:pt x="6126919" y="3260353"/>
                  </a:lnTo>
                  <a:lnTo>
                    <a:pt x="6119000" y="3255007"/>
                  </a:lnTo>
                  <a:lnTo>
                    <a:pt x="6113662" y="3247079"/>
                  </a:lnTo>
                  <a:lnTo>
                    <a:pt x="6111704" y="3237371"/>
                  </a:lnTo>
                  <a:lnTo>
                    <a:pt x="6113662" y="3227661"/>
                  </a:lnTo>
                  <a:lnTo>
                    <a:pt x="6119002" y="3219733"/>
                  </a:lnTo>
                  <a:lnTo>
                    <a:pt x="6126921" y="3214388"/>
                  </a:lnTo>
                  <a:lnTo>
                    <a:pt x="6136615" y="3212429"/>
                  </a:lnTo>
                  <a:lnTo>
                    <a:pt x="6146312" y="3214389"/>
                  </a:lnTo>
                  <a:lnTo>
                    <a:pt x="6154230" y="3219734"/>
                  </a:lnTo>
                  <a:lnTo>
                    <a:pt x="6159569" y="3227663"/>
                  </a:lnTo>
                  <a:lnTo>
                    <a:pt x="6161526" y="3237371"/>
                  </a:lnTo>
                  <a:lnTo>
                    <a:pt x="6159568" y="3247079"/>
                  </a:lnTo>
                  <a:lnTo>
                    <a:pt x="6154229" y="3255007"/>
                  </a:lnTo>
                  <a:lnTo>
                    <a:pt x="6146311" y="3260353"/>
                  </a:lnTo>
                  <a:lnTo>
                    <a:pt x="6136615" y="3262313"/>
                  </a:lnTo>
                  <a:close/>
                </a:path>
                <a:path w="6162040" h="6475095">
                  <a:moveTo>
                    <a:pt x="24910" y="4065419"/>
                  </a:moveTo>
                  <a:lnTo>
                    <a:pt x="15214" y="4063458"/>
                  </a:lnTo>
                  <a:lnTo>
                    <a:pt x="7296" y="4058113"/>
                  </a:lnTo>
                  <a:lnTo>
                    <a:pt x="1957" y="4050185"/>
                  </a:lnTo>
                  <a:lnTo>
                    <a:pt x="0" y="4040476"/>
                  </a:lnTo>
                  <a:lnTo>
                    <a:pt x="1957" y="4030768"/>
                  </a:lnTo>
                  <a:lnTo>
                    <a:pt x="7296" y="4022840"/>
                  </a:lnTo>
                  <a:lnTo>
                    <a:pt x="15214" y="4017494"/>
                  </a:lnTo>
                  <a:lnTo>
                    <a:pt x="24910" y="4015534"/>
                  </a:lnTo>
                  <a:lnTo>
                    <a:pt x="34607" y="4017494"/>
                  </a:lnTo>
                  <a:lnTo>
                    <a:pt x="42525" y="4022840"/>
                  </a:lnTo>
                  <a:lnTo>
                    <a:pt x="47864" y="4030768"/>
                  </a:lnTo>
                  <a:lnTo>
                    <a:pt x="49821" y="4040476"/>
                  </a:lnTo>
                  <a:lnTo>
                    <a:pt x="47864" y="4050185"/>
                  </a:lnTo>
                  <a:lnTo>
                    <a:pt x="42525" y="4058113"/>
                  </a:lnTo>
                  <a:lnTo>
                    <a:pt x="34607" y="4063458"/>
                  </a:lnTo>
                  <a:lnTo>
                    <a:pt x="24910" y="4065419"/>
                  </a:lnTo>
                  <a:close/>
                </a:path>
                <a:path w="6162040" h="6475095">
                  <a:moveTo>
                    <a:pt x="898010" y="4065419"/>
                  </a:moveTo>
                  <a:lnTo>
                    <a:pt x="888314" y="4063458"/>
                  </a:lnTo>
                  <a:lnTo>
                    <a:pt x="880395" y="4058113"/>
                  </a:lnTo>
                  <a:lnTo>
                    <a:pt x="875057" y="4050185"/>
                  </a:lnTo>
                  <a:lnTo>
                    <a:pt x="873099" y="4040476"/>
                  </a:lnTo>
                  <a:lnTo>
                    <a:pt x="875057" y="4030768"/>
                  </a:lnTo>
                  <a:lnTo>
                    <a:pt x="880395" y="4022840"/>
                  </a:lnTo>
                  <a:lnTo>
                    <a:pt x="888314" y="4017494"/>
                  </a:lnTo>
                  <a:lnTo>
                    <a:pt x="898010" y="4015534"/>
                  </a:lnTo>
                  <a:lnTo>
                    <a:pt x="907707" y="4017494"/>
                  </a:lnTo>
                  <a:lnTo>
                    <a:pt x="915625" y="4022840"/>
                  </a:lnTo>
                  <a:lnTo>
                    <a:pt x="920963" y="4030768"/>
                  </a:lnTo>
                  <a:lnTo>
                    <a:pt x="922921" y="4040476"/>
                  </a:lnTo>
                  <a:lnTo>
                    <a:pt x="920963" y="4050185"/>
                  </a:lnTo>
                  <a:lnTo>
                    <a:pt x="915624" y="4058113"/>
                  </a:lnTo>
                  <a:lnTo>
                    <a:pt x="907706" y="4063458"/>
                  </a:lnTo>
                  <a:lnTo>
                    <a:pt x="898010" y="4065419"/>
                  </a:lnTo>
                  <a:close/>
                </a:path>
                <a:path w="6162040" h="6475095">
                  <a:moveTo>
                    <a:pt x="1771112" y="4065419"/>
                  </a:moveTo>
                  <a:lnTo>
                    <a:pt x="1761416" y="4063458"/>
                  </a:lnTo>
                  <a:lnTo>
                    <a:pt x="1753498" y="4058113"/>
                  </a:lnTo>
                  <a:lnTo>
                    <a:pt x="1748159" y="4050185"/>
                  </a:lnTo>
                  <a:lnTo>
                    <a:pt x="1746201" y="4040476"/>
                  </a:lnTo>
                  <a:lnTo>
                    <a:pt x="1748159" y="4030768"/>
                  </a:lnTo>
                  <a:lnTo>
                    <a:pt x="1753498" y="4022840"/>
                  </a:lnTo>
                  <a:lnTo>
                    <a:pt x="1761416" y="4017494"/>
                  </a:lnTo>
                  <a:lnTo>
                    <a:pt x="1771112" y="4015534"/>
                  </a:lnTo>
                  <a:lnTo>
                    <a:pt x="1780808" y="4017494"/>
                  </a:lnTo>
                  <a:lnTo>
                    <a:pt x="1788727" y="4022840"/>
                  </a:lnTo>
                  <a:lnTo>
                    <a:pt x="1794065" y="4030768"/>
                  </a:lnTo>
                  <a:lnTo>
                    <a:pt x="1796023" y="4040476"/>
                  </a:lnTo>
                  <a:lnTo>
                    <a:pt x="1794065" y="4050185"/>
                  </a:lnTo>
                  <a:lnTo>
                    <a:pt x="1788727" y="4058113"/>
                  </a:lnTo>
                  <a:lnTo>
                    <a:pt x="1780808" y="4063458"/>
                  </a:lnTo>
                  <a:lnTo>
                    <a:pt x="1771112" y="4065419"/>
                  </a:lnTo>
                  <a:close/>
                </a:path>
                <a:path w="6162040" h="6475095">
                  <a:moveTo>
                    <a:pt x="2644212" y="4065419"/>
                  </a:moveTo>
                  <a:lnTo>
                    <a:pt x="2634516" y="4063458"/>
                  </a:lnTo>
                  <a:lnTo>
                    <a:pt x="2626597" y="4058113"/>
                  </a:lnTo>
                  <a:lnTo>
                    <a:pt x="2621258" y="4050185"/>
                  </a:lnTo>
                  <a:lnTo>
                    <a:pt x="2619301" y="4040476"/>
                  </a:lnTo>
                  <a:lnTo>
                    <a:pt x="2621258" y="4030768"/>
                  </a:lnTo>
                  <a:lnTo>
                    <a:pt x="2626597" y="4022840"/>
                  </a:lnTo>
                  <a:lnTo>
                    <a:pt x="2634516" y="4017494"/>
                  </a:lnTo>
                  <a:lnTo>
                    <a:pt x="2644212" y="4015534"/>
                  </a:lnTo>
                  <a:lnTo>
                    <a:pt x="2653908" y="4017494"/>
                  </a:lnTo>
                  <a:lnTo>
                    <a:pt x="2661826" y="4022840"/>
                  </a:lnTo>
                  <a:lnTo>
                    <a:pt x="2667165" y="4030768"/>
                  </a:lnTo>
                  <a:lnTo>
                    <a:pt x="2669122" y="4040476"/>
                  </a:lnTo>
                  <a:lnTo>
                    <a:pt x="2667165" y="4050185"/>
                  </a:lnTo>
                  <a:lnTo>
                    <a:pt x="2661826" y="4058113"/>
                  </a:lnTo>
                  <a:lnTo>
                    <a:pt x="2653908" y="4063458"/>
                  </a:lnTo>
                  <a:lnTo>
                    <a:pt x="2644212" y="4065419"/>
                  </a:lnTo>
                  <a:close/>
                </a:path>
                <a:path w="6162040" h="6475095">
                  <a:moveTo>
                    <a:pt x="3517314" y="4065419"/>
                  </a:moveTo>
                  <a:lnTo>
                    <a:pt x="3507618" y="4063458"/>
                  </a:lnTo>
                  <a:lnTo>
                    <a:pt x="3499699" y="4058113"/>
                  </a:lnTo>
                  <a:lnTo>
                    <a:pt x="3494360" y="4050185"/>
                  </a:lnTo>
                  <a:lnTo>
                    <a:pt x="3492403" y="4040476"/>
                  </a:lnTo>
                  <a:lnTo>
                    <a:pt x="3494360" y="4030768"/>
                  </a:lnTo>
                  <a:lnTo>
                    <a:pt x="3499699" y="4022840"/>
                  </a:lnTo>
                  <a:lnTo>
                    <a:pt x="3507618" y="4017494"/>
                  </a:lnTo>
                  <a:lnTo>
                    <a:pt x="3517314" y="4015534"/>
                  </a:lnTo>
                  <a:lnTo>
                    <a:pt x="3527010" y="4017494"/>
                  </a:lnTo>
                  <a:lnTo>
                    <a:pt x="3534927" y="4022840"/>
                  </a:lnTo>
                  <a:lnTo>
                    <a:pt x="3540266" y="4030768"/>
                  </a:lnTo>
                  <a:lnTo>
                    <a:pt x="3542225" y="4040476"/>
                  </a:lnTo>
                  <a:lnTo>
                    <a:pt x="3540267" y="4050185"/>
                  </a:lnTo>
                  <a:lnTo>
                    <a:pt x="3534928" y="4058113"/>
                  </a:lnTo>
                  <a:lnTo>
                    <a:pt x="3527010" y="4063458"/>
                  </a:lnTo>
                  <a:lnTo>
                    <a:pt x="3517314" y="4065419"/>
                  </a:lnTo>
                  <a:close/>
                </a:path>
                <a:path w="6162040" h="6475095">
                  <a:moveTo>
                    <a:pt x="4390413" y="4065419"/>
                  </a:moveTo>
                  <a:lnTo>
                    <a:pt x="4380717" y="4063458"/>
                  </a:lnTo>
                  <a:lnTo>
                    <a:pt x="4372799" y="4058113"/>
                  </a:lnTo>
                  <a:lnTo>
                    <a:pt x="4367460" y="4050185"/>
                  </a:lnTo>
                  <a:lnTo>
                    <a:pt x="4365502" y="4040476"/>
                  </a:lnTo>
                  <a:lnTo>
                    <a:pt x="4367460" y="4030768"/>
                  </a:lnTo>
                  <a:lnTo>
                    <a:pt x="4372799" y="4022840"/>
                  </a:lnTo>
                  <a:lnTo>
                    <a:pt x="4380717" y="4017494"/>
                  </a:lnTo>
                  <a:lnTo>
                    <a:pt x="4390413" y="4015534"/>
                  </a:lnTo>
                  <a:lnTo>
                    <a:pt x="4400109" y="4017494"/>
                  </a:lnTo>
                  <a:lnTo>
                    <a:pt x="4408028" y="4022840"/>
                  </a:lnTo>
                  <a:lnTo>
                    <a:pt x="4413367" y="4030768"/>
                  </a:lnTo>
                  <a:lnTo>
                    <a:pt x="4415324" y="4040476"/>
                  </a:lnTo>
                  <a:lnTo>
                    <a:pt x="4413367" y="4050185"/>
                  </a:lnTo>
                  <a:lnTo>
                    <a:pt x="4408028" y="4058113"/>
                  </a:lnTo>
                  <a:lnTo>
                    <a:pt x="4400109" y="4063458"/>
                  </a:lnTo>
                  <a:lnTo>
                    <a:pt x="4390413" y="4065419"/>
                  </a:lnTo>
                  <a:close/>
                </a:path>
                <a:path w="6162040" h="6475095">
                  <a:moveTo>
                    <a:pt x="5263512" y="4065419"/>
                  </a:moveTo>
                  <a:lnTo>
                    <a:pt x="5253816" y="4063458"/>
                  </a:lnTo>
                  <a:lnTo>
                    <a:pt x="5245898" y="4058113"/>
                  </a:lnTo>
                  <a:lnTo>
                    <a:pt x="5240559" y="4050185"/>
                  </a:lnTo>
                  <a:lnTo>
                    <a:pt x="5238602" y="4040476"/>
                  </a:lnTo>
                  <a:lnTo>
                    <a:pt x="5240559" y="4030768"/>
                  </a:lnTo>
                  <a:lnTo>
                    <a:pt x="5245898" y="4022840"/>
                  </a:lnTo>
                  <a:lnTo>
                    <a:pt x="5253816" y="4017494"/>
                  </a:lnTo>
                  <a:lnTo>
                    <a:pt x="5263512" y="4015534"/>
                  </a:lnTo>
                  <a:lnTo>
                    <a:pt x="5273210" y="4017494"/>
                  </a:lnTo>
                  <a:lnTo>
                    <a:pt x="5281128" y="4022840"/>
                  </a:lnTo>
                  <a:lnTo>
                    <a:pt x="5286466" y="4030768"/>
                  </a:lnTo>
                  <a:lnTo>
                    <a:pt x="5288424" y="4040476"/>
                  </a:lnTo>
                  <a:lnTo>
                    <a:pt x="5286466" y="4050185"/>
                  </a:lnTo>
                  <a:lnTo>
                    <a:pt x="5281127" y="4058113"/>
                  </a:lnTo>
                  <a:lnTo>
                    <a:pt x="5273209" y="4063458"/>
                  </a:lnTo>
                  <a:lnTo>
                    <a:pt x="5263512" y="4065419"/>
                  </a:lnTo>
                  <a:close/>
                </a:path>
                <a:path w="6162040" h="6475095">
                  <a:moveTo>
                    <a:pt x="6136615" y="4065419"/>
                  </a:moveTo>
                  <a:lnTo>
                    <a:pt x="6126919" y="4063458"/>
                  </a:lnTo>
                  <a:lnTo>
                    <a:pt x="6119000" y="4058113"/>
                  </a:lnTo>
                  <a:lnTo>
                    <a:pt x="6113662" y="4050185"/>
                  </a:lnTo>
                  <a:lnTo>
                    <a:pt x="6111704" y="4040476"/>
                  </a:lnTo>
                  <a:lnTo>
                    <a:pt x="6113662" y="4030768"/>
                  </a:lnTo>
                  <a:lnTo>
                    <a:pt x="6119000" y="4022840"/>
                  </a:lnTo>
                  <a:lnTo>
                    <a:pt x="6126919" y="4017494"/>
                  </a:lnTo>
                  <a:lnTo>
                    <a:pt x="6136615" y="4015534"/>
                  </a:lnTo>
                  <a:lnTo>
                    <a:pt x="6146311" y="4017494"/>
                  </a:lnTo>
                  <a:lnTo>
                    <a:pt x="6154229" y="4022840"/>
                  </a:lnTo>
                  <a:lnTo>
                    <a:pt x="6159568" y="4030768"/>
                  </a:lnTo>
                  <a:lnTo>
                    <a:pt x="6161526" y="4040476"/>
                  </a:lnTo>
                  <a:lnTo>
                    <a:pt x="6159568" y="4050185"/>
                  </a:lnTo>
                  <a:lnTo>
                    <a:pt x="6154229" y="4058113"/>
                  </a:lnTo>
                  <a:lnTo>
                    <a:pt x="6146311" y="4063458"/>
                  </a:lnTo>
                  <a:lnTo>
                    <a:pt x="6136615" y="4065419"/>
                  </a:lnTo>
                  <a:close/>
                </a:path>
                <a:path w="6162040" h="6475095">
                  <a:moveTo>
                    <a:pt x="24910" y="4868526"/>
                  </a:moveTo>
                  <a:lnTo>
                    <a:pt x="15214" y="4866566"/>
                  </a:lnTo>
                  <a:lnTo>
                    <a:pt x="7296" y="4861221"/>
                  </a:lnTo>
                  <a:lnTo>
                    <a:pt x="1957" y="4853292"/>
                  </a:lnTo>
                  <a:lnTo>
                    <a:pt x="0" y="4843584"/>
                  </a:lnTo>
                  <a:lnTo>
                    <a:pt x="1957" y="4833876"/>
                  </a:lnTo>
                  <a:lnTo>
                    <a:pt x="7296" y="4825948"/>
                  </a:lnTo>
                  <a:lnTo>
                    <a:pt x="15214" y="4820602"/>
                  </a:lnTo>
                  <a:lnTo>
                    <a:pt x="24910" y="4818642"/>
                  </a:lnTo>
                  <a:lnTo>
                    <a:pt x="34607" y="4820602"/>
                  </a:lnTo>
                  <a:lnTo>
                    <a:pt x="42525" y="4825948"/>
                  </a:lnTo>
                  <a:lnTo>
                    <a:pt x="47864" y="4833876"/>
                  </a:lnTo>
                  <a:lnTo>
                    <a:pt x="49821" y="4843584"/>
                  </a:lnTo>
                  <a:lnTo>
                    <a:pt x="47864" y="4853292"/>
                  </a:lnTo>
                  <a:lnTo>
                    <a:pt x="42525" y="4861221"/>
                  </a:lnTo>
                  <a:lnTo>
                    <a:pt x="34607" y="4866566"/>
                  </a:lnTo>
                  <a:lnTo>
                    <a:pt x="24910" y="4868526"/>
                  </a:lnTo>
                  <a:close/>
                </a:path>
                <a:path w="6162040" h="6475095">
                  <a:moveTo>
                    <a:pt x="898010" y="4868526"/>
                  </a:moveTo>
                  <a:lnTo>
                    <a:pt x="888314" y="4866566"/>
                  </a:lnTo>
                  <a:lnTo>
                    <a:pt x="880395" y="4861221"/>
                  </a:lnTo>
                  <a:lnTo>
                    <a:pt x="875057" y="4853292"/>
                  </a:lnTo>
                  <a:lnTo>
                    <a:pt x="873099" y="4843584"/>
                  </a:lnTo>
                  <a:lnTo>
                    <a:pt x="875057" y="4833876"/>
                  </a:lnTo>
                  <a:lnTo>
                    <a:pt x="880395" y="4825948"/>
                  </a:lnTo>
                  <a:lnTo>
                    <a:pt x="888314" y="4820602"/>
                  </a:lnTo>
                  <a:lnTo>
                    <a:pt x="898010" y="4818642"/>
                  </a:lnTo>
                  <a:lnTo>
                    <a:pt x="907707" y="4820602"/>
                  </a:lnTo>
                  <a:lnTo>
                    <a:pt x="915625" y="4825948"/>
                  </a:lnTo>
                  <a:lnTo>
                    <a:pt x="920963" y="4833876"/>
                  </a:lnTo>
                  <a:lnTo>
                    <a:pt x="922921" y="4843584"/>
                  </a:lnTo>
                  <a:lnTo>
                    <a:pt x="920963" y="4853292"/>
                  </a:lnTo>
                  <a:lnTo>
                    <a:pt x="915624" y="4861221"/>
                  </a:lnTo>
                  <a:lnTo>
                    <a:pt x="907706" y="4866566"/>
                  </a:lnTo>
                  <a:lnTo>
                    <a:pt x="898010" y="4868526"/>
                  </a:lnTo>
                  <a:close/>
                </a:path>
                <a:path w="6162040" h="6475095">
                  <a:moveTo>
                    <a:pt x="1771112" y="4868526"/>
                  </a:moveTo>
                  <a:lnTo>
                    <a:pt x="1761416" y="4866566"/>
                  </a:lnTo>
                  <a:lnTo>
                    <a:pt x="1753498" y="4861221"/>
                  </a:lnTo>
                  <a:lnTo>
                    <a:pt x="1748159" y="4853292"/>
                  </a:lnTo>
                  <a:lnTo>
                    <a:pt x="1746201" y="4843584"/>
                  </a:lnTo>
                  <a:lnTo>
                    <a:pt x="1748159" y="4833876"/>
                  </a:lnTo>
                  <a:lnTo>
                    <a:pt x="1753498" y="4825948"/>
                  </a:lnTo>
                  <a:lnTo>
                    <a:pt x="1761416" y="4820602"/>
                  </a:lnTo>
                  <a:lnTo>
                    <a:pt x="1771112" y="4818642"/>
                  </a:lnTo>
                  <a:lnTo>
                    <a:pt x="1780808" y="4820602"/>
                  </a:lnTo>
                  <a:lnTo>
                    <a:pt x="1788727" y="4825948"/>
                  </a:lnTo>
                  <a:lnTo>
                    <a:pt x="1794065" y="4833876"/>
                  </a:lnTo>
                  <a:lnTo>
                    <a:pt x="1796023" y="4843584"/>
                  </a:lnTo>
                  <a:lnTo>
                    <a:pt x="1794065" y="4853292"/>
                  </a:lnTo>
                  <a:lnTo>
                    <a:pt x="1788727" y="4861221"/>
                  </a:lnTo>
                  <a:lnTo>
                    <a:pt x="1780808" y="4866566"/>
                  </a:lnTo>
                  <a:lnTo>
                    <a:pt x="1771112" y="4868526"/>
                  </a:lnTo>
                  <a:close/>
                </a:path>
                <a:path w="6162040" h="6475095">
                  <a:moveTo>
                    <a:pt x="2644212" y="4868526"/>
                  </a:moveTo>
                  <a:lnTo>
                    <a:pt x="2634516" y="4866566"/>
                  </a:lnTo>
                  <a:lnTo>
                    <a:pt x="2626597" y="4861221"/>
                  </a:lnTo>
                  <a:lnTo>
                    <a:pt x="2621258" y="4853292"/>
                  </a:lnTo>
                  <a:lnTo>
                    <a:pt x="2619301" y="4843584"/>
                  </a:lnTo>
                  <a:lnTo>
                    <a:pt x="2621258" y="4833876"/>
                  </a:lnTo>
                  <a:lnTo>
                    <a:pt x="2626597" y="4825948"/>
                  </a:lnTo>
                  <a:lnTo>
                    <a:pt x="2634516" y="4820602"/>
                  </a:lnTo>
                  <a:lnTo>
                    <a:pt x="2644212" y="4818642"/>
                  </a:lnTo>
                  <a:lnTo>
                    <a:pt x="2653908" y="4820602"/>
                  </a:lnTo>
                  <a:lnTo>
                    <a:pt x="2661826" y="4825948"/>
                  </a:lnTo>
                  <a:lnTo>
                    <a:pt x="2667165" y="4833876"/>
                  </a:lnTo>
                  <a:lnTo>
                    <a:pt x="2669122" y="4843584"/>
                  </a:lnTo>
                  <a:lnTo>
                    <a:pt x="2667165" y="4853292"/>
                  </a:lnTo>
                  <a:lnTo>
                    <a:pt x="2661826" y="4861221"/>
                  </a:lnTo>
                  <a:lnTo>
                    <a:pt x="2653908" y="4866566"/>
                  </a:lnTo>
                  <a:lnTo>
                    <a:pt x="2644212" y="4868526"/>
                  </a:lnTo>
                  <a:close/>
                </a:path>
                <a:path w="6162040" h="6475095">
                  <a:moveTo>
                    <a:pt x="3517314" y="4868526"/>
                  </a:moveTo>
                  <a:lnTo>
                    <a:pt x="3507618" y="4866566"/>
                  </a:lnTo>
                  <a:lnTo>
                    <a:pt x="3499699" y="4861221"/>
                  </a:lnTo>
                  <a:lnTo>
                    <a:pt x="3494360" y="4853292"/>
                  </a:lnTo>
                  <a:lnTo>
                    <a:pt x="3492403" y="4843584"/>
                  </a:lnTo>
                  <a:lnTo>
                    <a:pt x="3494360" y="4833876"/>
                  </a:lnTo>
                  <a:lnTo>
                    <a:pt x="3499699" y="4825948"/>
                  </a:lnTo>
                  <a:lnTo>
                    <a:pt x="3507618" y="4820602"/>
                  </a:lnTo>
                  <a:lnTo>
                    <a:pt x="3517314" y="4818642"/>
                  </a:lnTo>
                  <a:lnTo>
                    <a:pt x="3527010" y="4820602"/>
                  </a:lnTo>
                  <a:lnTo>
                    <a:pt x="3534927" y="4825948"/>
                  </a:lnTo>
                  <a:lnTo>
                    <a:pt x="3540266" y="4833876"/>
                  </a:lnTo>
                  <a:lnTo>
                    <a:pt x="3542225" y="4843584"/>
                  </a:lnTo>
                  <a:lnTo>
                    <a:pt x="3540267" y="4853292"/>
                  </a:lnTo>
                  <a:lnTo>
                    <a:pt x="3534928" y="4861221"/>
                  </a:lnTo>
                  <a:lnTo>
                    <a:pt x="3527010" y="4866566"/>
                  </a:lnTo>
                  <a:lnTo>
                    <a:pt x="3517314" y="4868526"/>
                  </a:lnTo>
                  <a:close/>
                </a:path>
                <a:path w="6162040" h="6475095">
                  <a:moveTo>
                    <a:pt x="4390413" y="4868526"/>
                  </a:moveTo>
                  <a:lnTo>
                    <a:pt x="4380717" y="4866566"/>
                  </a:lnTo>
                  <a:lnTo>
                    <a:pt x="4372799" y="4861221"/>
                  </a:lnTo>
                  <a:lnTo>
                    <a:pt x="4367460" y="4853292"/>
                  </a:lnTo>
                  <a:lnTo>
                    <a:pt x="4365502" y="4843584"/>
                  </a:lnTo>
                  <a:lnTo>
                    <a:pt x="4367460" y="4833876"/>
                  </a:lnTo>
                  <a:lnTo>
                    <a:pt x="4372799" y="4825948"/>
                  </a:lnTo>
                  <a:lnTo>
                    <a:pt x="4380717" y="4820602"/>
                  </a:lnTo>
                  <a:lnTo>
                    <a:pt x="4390413" y="4818642"/>
                  </a:lnTo>
                  <a:lnTo>
                    <a:pt x="4400109" y="4820602"/>
                  </a:lnTo>
                  <a:lnTo>
                    <a:pt x="4408028" y="4825948"/>
                  </a:lnTo>
                  <a:lnTo>
                    <a:pt x="4413367" y="4833876"/>
                  </a:lnTo>
                  <a:lnTo>
                    <a:pt x="4415324" y="4843584"/>
                  </a:lnTo>
                  <a:lnTo>
                    <a:pt x="4413367" y="4853292"/>
                  </a:lnTo>
                  <a:lnTo>
                    <a:pt x="4408028" y="4861221"/>
                  </a:lnTo>
                  <a:lnTo>
                    <a:pt x="4400109" y="4866566"/>
                  </a:lnTo>
                  <a:lnTo>
                    <a:pt x="4390413" y="4868526"/>
                  </a:lnTo>
                  <a:close/>
                </a:path>
                <a:path w="6162040" h="6475095">
                  <a:moveTo>
                    <a:pt x="5263512" y="4868526"/>
                  </a:moveTo>
                  <a:lnTo>
                    <a:pt x="5253816" y="4866566"/>
                  </a:lnTo>
                  <a:lnTo>
                    <a:pt x="5245898" y="4861221"/>
                  </a:lnTo>
                  <a:lnTo>
                    <a:pt x="5240559" y="4853292"/>
                  </a:lnTo>
                  <a:lnTo>
                    <a:pt x="5238602" y="4843584"/>
                  </a:lnTo>
                  <a:lnTo>
                    <a:pt x="5240559" y="4833876"/>
                  </a:lnTo>
                  <a:lnTo>
                    <a:pt x="5245898" y="4825948"/>
                  </a:lnTo>
                  <a:lnTo>
                    <a:pt x="5253816" y="4820602"/>
                  </a:lnTo>
                  <a:lnTo>
                    <a:pt x="5263512" y="4818642"/>
                  </a:lnTo>
                  <a:lnTo>
                    <a:pt x="5273210" y="4820602"/>
                  </a:lnTo>
                  <a:lnTo>
                    <a:pt x="5281128" y="4825948"/>
                  </a:lnTo>
                  <a:lnTo>
                    <a:pt x="5286466" y="4833876"/>
                  </a:lnTo>
                  <a:lnTo>
                    <a:pt x="5288424" y="4843584"/>
                  </a:lnTo>
                  <a:lnTo>
                    <a:pt x="5286466" y="4853292"/>
                  </a:lnTo>
                  <a:lnTo>
                    <a:pt x="5281127" y="4861221"/>
                  </a:lnTo>
                  <a:lnTo>
                    <a:pt x="5273209" y="4866566"/>
                  </a:lnTo>
                  <a:lnTo>
                    <a:pt x="5263512" y="4868526"/>
                  </a:lnTo>
                  <a:close/>
                </a:path>
                <a:path w="6162040" h="6475095">
                  <a:moveTo>
                    <a:pt x="6136615" y="4868526"/>
                  </a:moveTo>
                  <a:lnTo>
                    <a:pt x="6126919" y="4866566"/>
                  </a:lnTo>
                  <a:lnTo>
                    <a:pt x="6119000" y="4861221"/>
                  </a:lnTo>
                  <a:lnTo>
                    <a:pt x="6113662" y="4853292"/>
                  </a:lnTo>
                  <a:lnTo>
                    <a:pt x="6111704" y="4843584"/>
                  </a:lnTo>
                  <a:lnTo>
                    <a:pt x="6113662" y="4833876"/>
                  </a:lnTo>
                  <a:lnTo>
                    <a:pt x="6119000" y="4825948"/>
                  </a:lnTo>
                  <a:lnTo>
                    <a:pt x="6126919" y="4820602"/>
                  </a:lnTo>
                  <a:lnTo>
                    <a:pt x="6136615" y="4818642"/>
                  </a:lnTo>
                  <a:lnTo>
                    <a:pt x="6146311" y="4820602"/>
                  </a:lnTo>
                  <a:lnTo>
                    <a:pt x="6154229" y="4825948"/>
                  </a:lnTo>
                  <a:lnTo>
                    <a:pt x="6159568" y="4833876"/>
                  </a:lnTo>
                  <a:lnTo>
                    <a:pt x="6161526" y="4843584"/>
                  </a:lnTo>
                  <a:lnTo>
                    <a:pt x="6159568" y="4853292"/>
                  </a:lnTo>
                  <a:lnTo>
                    <a:pt x="6154229" y="4861221"/>
                  </a:lnTo>
                  <a:lnTo>
                    <a:pt x="6146311" y="4866566"/>
                  </a:lnTo>
                  <a:lnTo>
                    <a:pt x="6136615" y="4868526"/>
                  </a:lnTo>
                  <a:close/>
                </a:path>
                <a:path w="6162040" h="6475095">
                  <a:moveTo>
                    <a:pt x="24910" y="5671634"/>
                  </a:moveTo>
                  <a:lnTo>
                    <a:pt x="15214" y="5669674"/>
                  </a:lnTo>
                  <a:lnTo>
                    <a:pt x="7296" y="5664329"/>
                  </a:lnTo>
                  <a:lnTo>
                    <a:pt x="1957" y="5656400"/>
                  </a:lnTo>
                  <a:lnTo>
                    <a:pt x="0" y="5646692"/>
                  </a:lnTo>
                  <a:lnTo>
                    <a:pt x="1957" y="5636984"/>
                  </a:lnTo>
                  <a:lnTo>
                    <a:pt x="7296" y="5629056"/>
                  </a:lnTo>
                  <a:lnTo>
                    <a:pt x="15214" y="5623710"/>
                  </a:lnTo>
                  <a:lnTo>
                    <a:pt x="24910" y="5621750"/>
                  </a:lnTo>
                  <a:lnTo>
                    <a:pt x="34607" y="5623710"/>
                  </a:lnTo>
                  <a:lnTo>
                    <a:pt x="42525" y="5629056"/>
                  </a:lnTo>
                  <a:lnTo>
                    <a:pt x="47864" y="5636984"/>
                  </a:lnTo>
                  <a:lnTo>
                    <a:pt x="49821" y="5646692"/>
                  </a:lnTo>
                  <a:lnTo>
                    <a:pt x="47864" y="5656400"/>
                  </a:lnTo>
                  <a:lnTo>
                    <a:pt x="42525" y="5664329"/>
                  </a:lnTo>
                  <a:lnTo>
                    <a:pt x="34607" y="5669674"/>
                  </a:lnTo>
                  <a:lnTo>
                    <a:pt x="24910" y="5671634"/>
                  </a:lnTo>
                  <a:close/>
                </a:path>
                <a:path w="6162040" h="6475095">
                  <a:moveTo>
                    <a:pt x="898010" y="5671634"/>
                  </a:moveTo>
                  <a:lnTo>
                    <a:pt x="888314" y="5669674"/>
                  </a:lnTo>
                  <a:lnTo>
                    <a:pt x="880395" y="5664329"/>
                  </a:lnTo>
                  <a:lnTo>
                    <a:pt x="875057" y="5656400"/>
                  </a:lnTo>
                  <a:lnTo>
                    <a:pt x="873099" y="5646692"/>
                  </a:lnTo>
                  <a:lnTo>
                    <a:pt x="875057" y="5636984"/>
                  </a:lnTo>
                  <a:lnTo>
                    <a:pt x="880395" y="5629056"/>
                  </a:lnTo>
                  <a:lnTo>
                    <a:pt x="888314" y="5623710"/>
                  </a:lnTo>
                  <a:lnTo>
                    <a:pt x="898010" y="5621750"/>
                  </a:lnTo>
                  <a:lnTo>
                    <a:pt x="907707" y="5623710"/>
                  </a:lnTo>
                  <a:lnTo>
                    <a:pt x="915625" y="5629056"/>
                  </a:lnTo>
                  <a:lnTo>
                    <a:pt x="920963" y="5636984"/>
                  </a:lnTo>
                  <a:lnTo>
                    <a:pt x="922921" y="5646692"/>
                  </a:lnTo>
                  <a:lnTo>
                    <a:pt x="920963" y="5656400"/>
                  </a:lnTo>
                  <a:lnTo>
                    <a:pt x="915624" y="5664329"/>
                  </a:lnTo>
                  <a:lnTo>
                    <a:pt x="907706" y="5669674"/>
                  </a:lnTo>
                  <a:lnTo>
                    <a:pt x="898010" y="5671634"/>
                  </a:lnTo>
                  <a:close/>
                </a:path>
                <a:path w="6162040" h="6475095">
                  <a:moveTo>
                    <a:pt x="1771112" y="5671634"/>
                  </a:moveTo>
                  <a:lnTo>
                    <a:pt x="1761416" y="5669674"/>
                  </a:lnTo>
                  <a:lnTo>
                    <a:pt x="1753498" y="5664329"/>
                  </a:lnTo>
                  <a:lnTo>
                    <a:pt x="1748159" y="5656400"/>
                  </a:lnTo>
                  <a:lnTo>
                    <a:pt x="1746201" y="5646692"/>
                  </a:lnTo>
                  <a:lnTo>
                    <a:pt x="1748159" y="5636984"/>
                  </a:lnTo>
                  <a:lnTo>
                    <a:pt x="1753498" y="5629056"/>
                  </a:lnTo>
                  <a:lnTo>
                    <a:pt x="1761416" y="5623710"/>
                  </a:lnTo>
                  <a:lnTo>
                    <a:pt x="1771112" y="5621750"/>
                  </a:lnTo>
                  <a:lnTo>
                    <a:pt x="1780808" y="5623710"/>
                  </a:lnTo>
                  <a:lnTo>
                    <a:pt x="1788727" y="5629056"/>
                  </a:lnTo>
                  <a:lnTo>
                    <a:pt x="1794065" y="5636984"/>
                  </a:lnTo>
                  <a:lnTo>
                    <a:pt x="1796023" y="5646692"/>
                  </a:lnTo>
                  <a:lnTo>
                    <a:pt x="1794065" y="5656400"/>
                  </a:lnTo>
                  <a:lnTo>
                    <a:pt x="1788727" y="5664329"/>
                  </a:lnTo>
                  <a:lnTo>
                    <a:pt x="1780808" y="5669674"/>
                  </a:lnTo>
                  <a:lnTo>
                    <a:pt x="1771112" y="5671634"/>
                  </a:lnTo>
                  <a:close/>
                </a:path>
                <a:path w="6162040" h="6475095">
                  <a:moveTo>
                    <a:pt x="2644212" y="5671634"/>
                  </a:moveTo>
                  <a:lnTo>
                    <a:pt x="2634516" y="5669674"/>
                  </a:lnTo>
                  <a:lnTo>
                    <a:pt x="2626597" y="5664329"/>
                  </a:lnTo>
                  <a:lnTo>
                    <a:pt x="2621258" y="5656400"/>
                  </a:lnTo>
                  <a:lnTo>
                    <a:pt x="2619301" y="5646692"/>
                  </a:lnTo>
                  <a:lnTo>
                    <a:pt x="2621258" y="5636984"/>
                  </a:lnTo>
                  <a:lnTo>
                    <a:pt x="2626597" y="5629056"/>
                  </a:lnTo>
                  <a:lnTo>
                    <a:pt x="2634516" y="5623710"/>
                  </a:lnTo>
                  <a:lnTo>
                    <a:pt x="2644212" y="5621750"/>
                  </a:lnTo>
                  <a:lnTo>
                    <a:pt x="2653908" y="5623710"/>
                  </a:lnTo>
                  <a:lnTo>
                    <a:pt x="2661826" y="5629056"/>
                  </a:lnTo>
                  <a:lnTo>
                    <a:pt x="2667165" y="5636984"/>
                  </a:lnTo>
                  <a:lnTo>
                    <a:pt x="2669122" y="5646692"/>
                  </a:lnTo>
                  <a:lnTo>
                    <a:pt x="2667165" y="5656400"/>
                  </a:lnTo>
                  <a:lnTo>
                    <a:pt x="2661826" y="5664329"/>
                  </a:lnTo>
                  <a:lnTo>
                    <a:pt x="2653908" y="5669674"/>
                  </a:lnTo>
                  <a:lnTo>
                    <a:pt x="2644212" y="5671634"/>
                  </a:lnTo>
                  <a:close/>
                </a:path>
                <a:path w="6162040" h="6475095">
                  <a:moveTo>
                    <a:pt x="3517314" y="5671634"/>
                  </a:moveTo>
                  <a:lnTo>
                    <a:pt x="3507618" y="5669674"/>
                  </a:lnTo>
                  <a:lnTo>
                    <a:pt x="3499699" y="5664329"/>
                  </a:lnTo>
                  <a:lnTo>
                    <a:pt x="3494360" y="5656400"/>
                  </a:lnTo>
                  <a:lnTo>
                    <a:pt x="3492403" y="5646692"/>
                  </a:lnTo>
                  <a:lnTo>
                    <a:pt x="3494360" y="5636984"/>
                  </a:lnTo>
                  <a:lnTo>
                    <a:pt x="3499699" y="5629056"/>
                  </a:lnTo>
                  <a:lnTo>
                    <a:pt x="3507618" y="5623710"/>
                  </a:lnTo>
                  <a:lnTo>
                    <a:pt x="3517314" y="5621750"/>
                  </a:lnTo>
                  <a:lnTo>
                    <a:pt x="3527010" y="5623710"/>
                  </a:lnTo>
                  <a:lnTo>
                    <a:pt x="3534927" y="5629056"/>
                  </a:lnTo>
                  <a:lnTo>
                    <a:pt x="3540266" y="5636984"/>
                  </a:lnTo>
                  <a:lnTo>
                    <a:pt x="3542225" y="5646692"/>
                  </a:lnTo>
                  <a:lnTo>
                    <a:pt x="3540267" y="5656400"/>
                  </a:lnTo>
                  <a:lnTo>
                    <a:pt x="3534928" y="5664329"/>
                  </a:lnTo>
                  <a:lnTo>
                    <a:pt x="3527010" y="5669674"/>
                  </a:lnTo>
                  <a:lnTo>
                    <a:pt x="3517314" y="5671634"/>
                  </a:lnTo>
                  <a:close/>
                </a:path>
                <a:path w="6162040" h="6475095">
                  <a:moveTo>
                    <a:pt x="4390413" y="5671634"/>
                  </a:moveTo>
                  <a:lnTo>
                    <a:pt x="4380717" y="5669674"/>
                  </a:lnTo>
                  <a:lnTo>
                    <a:pt x="4372799" y="5664329"/>
                  </a:lnTo>
                  <a:lnTo>
                    <a:pt x="4367460" y="5656400"/>
                  </a:lnTo>
                  <a:lnTo>
                    <a:pt x="4365502" y="5646692"/>
                  </a:lnTo>
                  <a:lnTo>
                    <a:pt x="4367460" y="5636984"/>
                  </a:lnTo>
                  <a:lnTo>
                    <a:pt x="4372799" y="5629056"/>
                  </a:lnTo>
                  <a:lnTo>
                    <a:pt x="4380717" y="5623710"/>
                  </a:lnTo>
                  <a:lnTo>
                    <a:pt x="4390413" y="5621750"/>
                  </a:lnTo>
                  <a:lnTo>
                    <a:pt x="4400109" y="5623710"/>
                  </a:lnTo>
                  <a:lnTo>
                    <a:pt x="4408028" y="5629056"/>
                  </a:lnTo>
                  <a:lnTo>
                    <a:pt x="4413367" y="5636984"/>
                  </a:lnTo>
                  <a:lnTo>
                    <a:pt x="4415324" y="5646692"/>
                  </a:lnTo>
                  <a:lnTo>
                    <a:pt x="4413367" y="5656400"/>
                  </a:lnTo>
                  <a:lnTo>
                    <a:pt x="4408028" y="5664329"/>
                  </a:lnTo>
                  <a:lnTo>
                    <a:pt x="4400109" y="5669674"/>
                  </a:lnTo>
                  <a:lnTo>
                    <a:pt x="4390413" y="5671634"/>
                  </a:lnTo>
                  <a:close/>
                </a:path>
                <a:path w="6162040" h="6475095">
                  <a:moveTo>
                    <a:pt x="5263512" y="5671634"/>
                  </a:moveTo>
                  <a:lnTo>
                    <a:pt x="5253816" y="5669674"/>
                  </a:lnTo>
                  <a:lnTo>
                    <a:pt x="5245898" y="5664329"/>
                  </a:lnTo>
                  <a:lnTo>
                    <a:pt x="5240559" y="5656400"/>
                  </a:lnTo>
                  <a:lnTo>
                    <a:pt x="5238602" y="5646692"/>
                  </a:lnTo>
                  <a:lnTo>
                    <a:pt x="5240559" y="5636984"/>
                  </a:lnTo>
                  <a:lnTo>
                    <a:pt x="5245898" y="5629056"/>
                  </a:lnTo>
                  <a:lnTo>
                    <a:pt x="5253816" y="5623710"/>
                  </a:lnTo>
                  <a:lnTo>
                    <a:pt x="5263512" y="5621750"/>
                  </a:lnTo>
                  <a:lnTo>
                    <a:pt x="5273210" y="5623710"/>
                  </a:lnTo>
                  <a:lnTo>
                    <a:pt x="5281128" y="5629056"/>
                  </a:lnTo>
                  <a:lnTo>
                    <a:pt x="5286466" y="5636984"/>
                  </a:lnTo>
                  <a:lnTo>
                    <a:pt x="5288424" y="5646692"/>
                  </a:lnTo>
                  <a:lnTo>
                    <a:pt x="5286466" y="5656400"/>
                  </a:lnTo>
                  <a:lnTo>
                    <a:pt x="5281127" y="5664329"/>
                  </a:lnTo>
                  <a:lnTo>
                    <a:pt x="5273209" y="5669674"/>
                  </a:lnTo>
                  <a:lnTo>
                    <a:pt x="5263512" y="5671634"/>
                  </a:lnTo>
                  <a:close/>
                </a:path>
                <a:path w="6162040" h="6475095">
                  <a:moveTo>
                    <a:pt x="6136615" y="5671634"/>
                  </a:moveTo>
                  <a:lnTo>
                    <a:pt x="6126919" y="5669674"/>
                  </a:lnTo>
                  <a:lnTo>
                    <a:pt x="6119000" y="5664329"/>
                  </a:lnTo>
                  <a:lnTo>
                    <a:pt x="6113662" y="5656400"/>
                  </a:lnTo>
                  <a:lnTo>
                    <a:pt x="6111704" y="5646692"/>
                  </a:lnTo>
                  <a:lnTo>
                    <a:pt x="6113662" y="5636984"/>
                  </a:lnTo>
                  <a:lnTo>
                    <a:pt x="6119000" y="5629056"/>
                  </a:lnTo>
                  <a:lnTo>
                    <a:pt x="6126919" y="5623710"/>
                  </a:lnTo>
                  <a:lnTo>
                    <a:pt x="6136615" y="5621750"/>
                  </a:lnTo>
                  <a:lnTo>
                    <a:pt x="6146311" y="5623710"/>
                  </a:lnTo>
                  <a:lnTo>
                    <a:pt x="6154229" y="5629056"/>
                  </a:lnTo>
                  <a:lnTo>
                    <a:pt x="6159568" y="5636984"/>
                  </a:lnTo>
                  <a:lnTo>
                    <a:pt x="6161526" y="5646692"/>
                  </a:lnTo>
                  <a:lnTo>
                    <a:pt x="6159568" y="5656400"/>
                  </a:lnTo>
                  <a:lnTo>
                    <a:pt x="6154229" y="5664329"/>
                  </a:lnTo>
                  <a:lnTo>
                    <a:pt x="6146311" y="5669674"/>
                  </a:lnTo>
                  <a:lnTo>
                    <a:pt x="6136615" y="5671634"/>
                  </a:lnTo>
                  <a:close/>
                </a:path>
                <a:path w="6162040" h="6475095">
                  <a:moveTo>
                    <a:pt x="24910" y="6474742"/>
                  </a:moveTo>
                  <a:lnTo>
                    <a:pt x="15214" y="6472782"/>
                  </a:lnTo>
                  <a:lnTo>
                    <a:pt x="7296" y="6467436"/>
                  </a:lnTo>
                  <a:lnTo>
                    <a:pt x="1957" y="6459508"/>
                  </a:lnTo>
                  <a:lnTo>
                    <a:pt x="0" y="6449800"/>
                  </a:lnTo>
                  <a:lnTo>
                    <a:pt x="1958" y="6440091"/>
                  </a:lnTo>
                  <a:lnTo>
                    <a:pt x="7298" y="6432163"/>
                  </a:lnTo>
                  <a:lnTo>
                    <a:pt x="15216" y="6426818"/>
                  </a:lnTo>
                  <a:lnTo>
                    <a:pt x="24910" y="6424858"/>
                  </a:lnTo>
                  <a:lnTo>
                    <a:pt x="34607" y="6426818"/>
                  </a:lnTo>
                  <a:lnTo>
                    <a:pt x="42526" y="6432164"/>
                  </a:lnTo>
                  <a:lnTo>
                    <a:pt x="47864" y="6440092"/>
                  </a:lnTo>
                  <a:lnTo>
                    <a:pt x="49821" y="6449800"/>
                  </a:lnTo>
                  <a:lnTo>
                    <a:pt x="47863" y="6459509"/>
                  </a:lnTo>
                  <a:lnTo>
                    <a:pt x="42524" y="6467437"/>
                  </a:lnTo>
                  <a:lnTo>
                    <a:pt x="34606" y="6472782"/>
                  </a:lnTo>
                  <a:lnTo>
                    <a:pt x="24910" y="6474742"/>
                  </a:lnTo>
                  <a:close/>
                </a:path>
                <a:path w="6162040" h="6475095">
                  <a:moveTo>
                    <a:pt x="898010" y="6474742"/>
                  </a:moveTo>
                  <a:lnTo>
                    <a:pt x="888314" y="6472782"/>
                  </a:lnTo>
                  <a:lnTo>
                    <a:pt x="880395" y="6467436"/>
                  </a:lnTo>
                  <a:lnTo>
                    <a:pt x="875056" y="6459508"/>
                  </a:lnTo>
                  <a:lnTo>
                    <a:pt x="873099" y="6449800"/>
                  </a:lnTo>
                  <a:lnTo>
                    <a:pt x="875058" y="6440091"/>
                  </a:lnTo>
                  <a:lnTo>
                    <a:pt x="880397" y="6432163"/>
                  </a:lnTo>
                  <a:lnTo>
                    <a:pt x="888316" y="6426818"/>
                  </a:lnTo>
                  <a:lnTo>
                    <a:pt x="898010" y="6424858"/>
                  </a:lnTo>
                  <a:lnTo>
                    <a:pt x="907708" y="6426818"/>
                  </a:lnTo>
                  <a:lnTo>
                    <a:pt x="915626" y="6432164"/>
                  </a:lnTo>
                  <a:lnTo>
                    <a:pt x="920964" y="6440092"/>
                  </a:lnTo>
                  <a:lnTo>
                    <a:pt x="922921" y="6449800"/>
                  </a:lnTo>
                  <a:lnTo>
                    <a:pt x="920963" y="6459509"/>
                  </a:lnTo>
                  <a:lnTo>
                    <a:pt x="915624" y="6467437"/>
                  </a:lnTo>
                  <a:lnTo>
                    <a:pt x="907705" y="6472782"/>
                  </a:lnTo>
                  <a:lnTo>
                    <a:pt x="898010" y="6474742"/>
                  </a:lnTo>
                  <a:close/>
                </a:path>
                <a:path w="6162040" h="6475095">
                  <a:moveTo>
                    <a:pt x="1771112" y="6474742"/>
                  </a:moveTo>
                  <a:lnTo>
                    <a:pt x="1761416" y="6472782"/>
                  </a:lnTo>
                  <a:lnTo>
                    <a:pt x="1753498" y="6467436"/>
                  </a:lnTo>
                  <a:lnTo>
                    <a:pt x="1748159" y="6459508"/>
                  </a:lnTo>
                  <a:lnTo>
                    <a:pt x="1746201" y="6449800"/>
                  </a:lnTo>
                  <a:lnTo>
                    <a:pt x="1748160" y="6440091"/>
                  </a:lnTo>
                  <a:lnTo>
                    <a:pt x="1753500" y="6432163"/>
                  </a:lnTo>
                  <a:lnTo>
                    <a:pt x="1761418" y="6426818"/>
                  </a:lnTo>
                  <a:lnTo>
                    <a:pt x="1771112" y="6424858"/>
                  </a:lnTo>
                  <a:lnTo>
                    <a:pt x="1780809" y="6426818"/>
                  </a:lnTo>
                  <a:lnTo>
                    <a:pt x="1788727" y="6432164"/>
                  </a:lnTo>
                  <a:lnTo>
                    <a:pt x="1794066" y="6440092"/>
                  </a:lnTo>
                  <a:lnTo>
                    <a:pt x="1796023" y="6449800"/>
                  </a:lnTo>
                  <a:lnTo>
                    <a:pt x="1794065" y="6459509"/>
                  </a:lnTo>
                  <a:lnTo>
                    <a:pt x="1788726" y="6467437"/>
                  </a:lnTo>
                  <a:lnTo>
                    <a:pt x="1780808" y="6472782"/>
                  </a:lnTo>
                  <a:lnTo>
                    <a:pt x="1771112" y="6474742"/>
                  </a:lnTo>
                  <a:close/>
                </a:path>
                <a:path w="6162040" h="6475095">
                  <a:moveTo>
                    <a:pt x="2644212" y="6474742"/>
                  </a:moveTo>
                  <a:lnTo>
                    <a:pt x="2634515" y="6472782"/>
                  </a:lnTo>
                  <a:lnTo>
                    <a:pt x="2626597" y="6467436"/>
                  </a:lnTo>
                  <a:lnTo>
                    <a:pt x="2621258" y="6459508"/>
                  </a:lnTo>
                  <a:lnTo>
                    <a:pt x="2619301" y="6449800"/>
                  </a:lnTo>
                  <a:lnTo>
                    <a:pt x="2621259" y="6440091"/>
                  </a:lnTo>
                  <a:lnTo>
                    <a:pt x="2626599" y="6432163"/>
                  </a:lnTo>
                  <a:lnTo>
                    <a:pt x="2634518" y="6426818"/>
                  </a:lnTo>
                  <a:lnTo>
                    <a:pt x="2644212" y="6424858"/>
                  </a:lnTo>
                  <a:lnTo>
                    <a:pt x="2653908" y="6426818"/>
                  </a:lnTo>
                  <a:lnTo>
                    <a:pt x="2661827" y="6432164"/>
                  </a:lnTo>
                  <a:lnTo>
                    <a:pt x="2667165" y="6440092"/>
                  </a:lnTo>
                  <a:lnTo>
                    <a:pt x="2669122" y="6449800"/>
                  </a:lnTo>
                  <a:lnTo>
                    <a:pt x="2667164" y="6459509"/>
                  </a:lnTo>
                  <a:lnTo>
                    <a:pt x="2661825" y="6467437"/>
                  </a:lnTo>
                  <a:lnTo>
                    <a:pt x="2653907" y="6472782"/>
                  </a:lnTo>
                  <a:lnTo>
                    <a:pt x="2644212" y="6474742"/>
                  </a:lnTo>
                  <a:close/>
                </a:path>
                <a:path w="6162040" h="6475095">
                  <a:moveTo>
                    <a:pt x="3517314" y="6474742"/>
                  </a:moveTo>
                  <a:lnTo>
                    <a:pt x="3507617" y="6472782"/>
                  </a:lnTo>
                  <a:lnTo>
                    <a:pt x="3499699" y="6467436"/>
                  </a:lnTo>
                  <a:lnTo>
                    <a:pt x="3494360" y="6459508"/>
                  </a:lnTo>
                  <a:lnTo>
                    <a:pt x="3492403" y="6449800"/>
                  </a:lnTo>
                  <a:lnTo>
                    <a:pt x="3494361" y="6440091"/>
                  </a:lnTo>
                  <a:lnTo>
                    <a:pt x="3499701" y="6432163"/>
                  </a:lnTo>
                  <a:lnTo>
                    <a:pt x="3507620" y="6426818"/>
                  </a:lnTo>
                  <a:lnTo>
                    <a:pt x="3517314" y="6424858"/>
                  </a:lnTo>
                  <a:lnTo>
                    <a:pt x="3527010" y="6426818"/>
                  </a:lnTo>
                  <a:lnTo>
                    <a:pt x="3534928" y="6432164"/>
                  </a:lnTo>
                  <a:lnTo>
                    <a:pt x="3540266" y="6440092"/>
                  </a:lnTo>
                  <a:lnTo>
                    <a:pt x="3542225" y="6449800"/>
                  </a:lnTo>
                  <a:lnTo>
                    <a:pt x="3540267" y="6459509"/>
                  </a:lnTo>
                  <a:lnTo>
                    <a:pt x="3534928" y="6467437"/>
                  </a:lnTo>
                  <a:lnTo>
                    <a:pt x="3527009" y="6472782"/>
                  </a:lnTo>
                  <a:lnTo>
                    <a:pt x="3517314" y="6474742"/>
                  </a:lnTo>
                  <a:close/>
                </a:path>
                <a:path w="6162040" h="6475095">
                  <a:moveTo>
                    <a:pt x="4390413" y="6474742"/>
                  </a:moveTo>
                  <a:lnTo>
                    <a:pt x="4380717" y="6472782"/>
                  </a:lnTo>
                  <a:lnTo>
                    <a:pt x="4372798" y="6467436"/>
                  </a:lnTo>
                  <a:lnTo>
                    <a:pt x="4367460" y="6459508"/>
                  </a:lnTo>
                  <a:lnTo>
                    <a:pt x="4365502" y="6449800"/>
                  </a:lnTo>
                  <a:lnTo>
                    <a:pt x="4367461" y="6440091"/>
                  </a:lnTo>
                  <a:lnTo>
                    <a:pt x="4372800" y="6432163"/>
                  </a:lnTo>
                  <a:lnTo>
                    <a:pt x="4380719" y="6426818"/>
                  </a:lnTo>
                  <a:lnTo>
                    <a:pt x="4390413" y="6424858"/>
                  </a:lnTo>
                  <a:lnTo>
                    <a:pt x="4400110" y="6426818"/>
                  </a:lnTo>
                  <a:lnTo>
                    <a:pt x="4408028" y="6432164"/>
                  </a:lnTo>
                  <a:lnTo>
                    <a:pt x="4413367" y="6440092"/>
                  </a:lnTo>
                  <a:lnTo>
                    <a:pt x="4415324" y="6449800"/>
                  </a:lnTo>
                  <a:lnTo>
                    <a:pt x="4413366" y="6459509"/>
                  </a:lnTo>
                  <a:lnTo>
                    <a:pt x="4408027" y="6467437"/>
                  </a:lnTo>
                  <a:lnTo>
                    <a:pt x="4400109" y="6472782"/>
                  </a:lnTo>
                  <a:lnTo>
                    <a:pt x="4390413" y="6474742"/>
                  </a:lnTo>
                  <a:close/>
                </a:path>
                <a:path w="6162040" h="6475095">
                  <a:moveTo>
                    <a:pt x="5263512" y="6474742"/>
                  </a:moveTo>
                  <a:lnTo>
                    <a:pt x="5253816" y="6472782"/>
                  </a:lnTo>
                  <a:lnTo>
                    <a:pt x="5245898" y="6467436"/>
                  </a:lnTo>
                  <a:lnTo>
                    <a:pt x="5240559" y="6459508"/>
                  </a:lnTo>
                  <a:lnTo>
                    <a:pt x="5238602" y="6449800"/>
                  </a:lnTo>
                  <a:lnTo>
                    <a:pt x="5240560" y="6440091"/>
                  </a:lnTo>
                  <a:lnTo>
                    <a:pt x="5245900" y="6432163"/>
                  </a:lnTo>
                  <a:lnTo>
                    <a:pt x="5253818" y="6426818"/>
                  </a:lnTo>
                  <a:lnTo>
                    <a:pt x="5263512" y="6424858"/>
                  </a:lnTo>
                  <a:lnTo>
                    <a:pt x="5273211" y="6426818"/>
                  </a:lnTo>
                  <a:lnTo>
                    <a:pt x="5281129" y="6432164"/>
                  </a:lnTo>
                  <a:lnTo>
                    <a:pt x="5286467" y="6440092"/>
                  </a:lnTo>
                  <a:lnTo>
                    <a:pt x="5288424" y="6449800"/>
                  </a:lnTo>
                  <a:lnTo>
                    <a:pt x="5286466" y="6459509"/>
                  </a:lnTo>
                  <a:lnTo>
                    <a:pt x="5281127" y="6467437"/>
                  </a:lnTo>
                  <a:lnTo>
                    <a:pt x="5273208" y="6472782"/>
                  </a:lnTo>
                  <a:lnTo>
                    <a:pt x="5263512" y="6474742"/>
                  </a:lnTo>
                  <a:close/>
                </a:path>
                <a:path w="6162040" h="6475095">
                  <a:moveTo>
                    <a:pt x="6136615" y="6474742"/>
                  </a:moveTo>
                  <a:lnTo>
                    <a:pt x="6126919" y="6472782"/>
                  </a:lnTo>
                  <a:lnTo>
                    <a:pt x="6119000" y="6467436"/>
                  </a:lnTo>
                  <a:lnTo>
                    <a:pt x="6113661" y="6459508"/>
                  </a:lnTo>
                  <a:lnTo>
                    <a:pt x="6111704" y="6449800"/>
                  </a:lnTo>
                  <a:lnTo>
                    <a:pt x="6113663" y="6440091"/>
                  </a:lnTo>
                  <a:lnTo>
                    <a:pt x="6119002" y="6432163"/>
                  </a:lnTo>
                  <a:lnTo>
                    <a:pt x="6126921" y="6426818"/>
                  </a:lnTo>
                  <a:lnTo>
                    <a:pt x="6136615" y="6424858"/>
                  </a:lnTo>
                  <a:lnTo>
                    <a:pt x="6146312" y="6426818"/>
                  </a:lnTo>
                  <a:lnTo>
                    <a:pt x="6154230" y="6432164"/>
                  </a:lnTo>
                  <a:lnTo>
                    <a:pt x="6159569" y="6440092"/>
                  </a:lnTo>
                  <a:lnTo>
                    <a:pt x="6161526" y="6449800"/>
                  </a:lnTo>
                  <a:lnTo>
                    <a:pt x="6159568" y="6459509"/>
                  </a:lnTo>
                  <a:lnTo>
                    <a:pt x="6154229" y="6467437"/>
                  </a:lnTo>
                  <a:lnTo>
                    <a:pt x="6146311" y="6472782"/>
                  </a:lnTo>
                  <a:lnTo>
                    <a:pt x="6136615" y="6474742"/>
                  </a:lnTo>
                  <a:close/>
                </a:path>
              </a:pathLst>
            </a:custGeom>
            <a:solidFill>
              <a:srgbClr val="DDD9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7485" y="1613358"/>
              <a:ext cx="6941498" cy="76454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43594" y="3578066"/>
            <a:ext cx="4650740" cy="2159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84580" marR="5080" indent="-1072515">
              <a:lnSpc>
                <a:spcPct val="116700"/>
              </a:lnSpc>
              <a:spcBef>
                <a:spcPts val="95"/>
              </a:spcBef>
            </a:pPr>
            <a:r>
              <a:rPr dirty="0" sz="6000" spc="320"/>
              <a:t>I</a:t>
            </a:r>
            <a:r>
              <a:rPr dirty="0" sz="6000" spc="560"/>
              <a:t>n</a:t>
            </a:r>
            <a:r>
              <a:rPr dirty="0" sz="6000" spc="509"/>
              <a:t>t</a:t>
            </a:r>
            <a:r>
              <a:rPr dirty="0" sz="6000" spc="-5"/>
              <a:t>e</a:t>
            </a:r>
            <a:r>
              <a:rPr dirty="0" sz="6000" spc="215"/>
              <a:t>l</a:t>
            </a:r>
            <a:r>
              <a:rPr dirty="0" sz="6000" spc="180"/>
              <a:t>i</a:t>
            </a:r>
            <a:r>
              <a:rPr dirty="0" sz="6000" spc="440"/>
              <a:t>g</a:t>
            </a:r>
            <a:r>
              <a:rPr dirty="0" sz="6000" spc="-5"/>
              <a:t>e</a:t>
            </a:r>
            <a:r>
              <a:rPr dirty="0" sz="6000" spc="560"/>
              <a:t>n</a:t>
            </a:r>
            <a:r>
              <a:rPr dirty="0" sz="6000" spc="370"/>
              <a:t>c</a:t>
            </a:r>
            <a:r>
              <a:rPr dirty="0" sz="6000" spc="180"/>
              <a:t>i</a:t>
            </a:r>
            <a:r>
              <a:rPr dirty="0" sz="6000" spc="245"/>
              <a:t>a  </a:t>
            </a:r>
            <a:r>
              <a:rPr dirty="0" sz="6000" spc="385"/>
              <a:t>Activa</a:t>
            </a:r>
            <a:endParaRPr sz="6000"/>
          </a:p>
        </p:txBody>
      </p:sp>
      <p:sp>
        <p:nvSpPr>
          <p:cNvPr id="9" name="object 9"/>
          <p:cNvSpPr txBox="1"/>
          <p:nvPr/>
        </p:nvSpPr>
        <p:spPr>
          <a:xfrm>
            <a:off x="5195397" y="5944221"/>
            <a:ext cx="6543040" cy="28067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42600"/>
              </a:lnSpc>
              <a:spcBef>
                <a:spcPts val="90"/>
              </a:spcBef>
            </a:pPr>
            <a:r>
              <a:rPr dirty="0" sz="3200" spc="-10">
                <a:solidFill>
                  <a:srgbClr val="18120C"/>
                </a:solidFill>
                <a:latin typeface="Microsoft Sans Serif"/>
                <a:cs typeface="Microsoft Sans Serif"/>
              </a:rPr>
              <a:t>Recopilación</a:t>
            </a:r>
            <a:r>
              <a:rPr dirty="0" sz="3200" spc="-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30">
                <a:solidFill>
                  <a:srgbClr val="18120C"/>
                </a:solidFill>
                <a:latin typeface="Microsoft Sans Serif"/>
                <a:cs typeface="Microsoft Sans Serif"/>
              </a:rPr>
              <a:t>proactiva</a:t>
            </a:r>
            <a:r>
              <a:rPr dirty="0" sz="3200" spc="3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10">
                <a:solidFill>
                  <a:srgbClr val="18120C"/>
                </a:solidFill>
                <a:latin typeface="Microsoft Sans Serif"/>
                <a:cs typeface="Microsoft Sans Serif"/>
              </a:rPr>
              <a:t>de </a:t>
            </a:r>
            <a:r>
              <a:rPr dirty="0" sz="3200" spc="-83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35">
                <a:solidFill>
                  <a:srgbClr val="18120C"/>
                </a:solidFill>
                <a:latin typeface="Microsoft Sans Serif"/>
                <a:cs typeface="Microsoft Sans Serif"/>
              </a:rPr>
              <a:t>información</a:t>
            </a:r>
            <a:r>
              <a:rPr dirty="0" sz="3200" spc="4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30">
                <a:solidFill>
                  <a:srgbClr val="18120C"/>
                </a:solidFill>
                <a:latin typeface="Microsoft Sans Serif"/>
                <a:cs typeface="Microsoft Sans Serif"/>
              </a:rPr>
              <a:t>mediante</a:t>
            </a:r>
            <a:r>
              <a:rPr dirty="0" sz="3200" spc="3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30">
                <a:solidFill>
                  <a:srgbClr val="18120C"/>
                </a:solidFill>
                <a:latin typeface="Microsoft Sans Serif"/>
                <a:cs typeface="Microsoft Sans Serif"/>
              </a:rPr>
              <a:t>acciones </a:t>
            </a:r>
            <a:r>
              <a:rPr dirty="0" sz="3200" spc="-2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18120C"/>
                </a:solidFill>
                <a:latin typeface="Microsoft Sans Serif"/>
                <a:cs typeface="Microsoft Sans Serif"/>
              </a:rPr>
              <a:t>directas, </a:t>
            </a:r>
            <a:r>
              <a:rPr dirty="0" sz="3200" spc="15">
                <a:solidFill>
                  <a:srgbClr val="18120C"/>
                </a:solidFill>
                <a:latin typeface="Microsoft Sans Serif"/>
                <a:cs typeface="Microsoft Sans Serif"/>
              </a:rPr>
              <a:t>como </a:t>
            </a:r>
            <a:r>
              <a:rPr dirty="0" sz="3200" spc="-40">
                <a:solidFill>
                  <a:srgbClr val="18120C"/>
                </a:solidFill>
                <a:latin typeface="Microsoft Sans Serif"/>
                <a:cs typeface="Microsoft Sans Serif"/>
              </a:rPr>
              <a:t>escaneo </a:t>
            </a:r>
            <a:r>
              <a:rPr dirty="0" sz="3200" spc="65">
                <a:solidFill>
                  <a:srgbClr val="18120C"/>
                </a:solidFill>
                <a:latin typeface="Microsoft Sans Serif"/>
                <a:cs typeface="Microsoft Sans Serif"/>
              </a:rPr>
              <a:t>y </a:t>
            </a:r>
            <a:r>
              <a:rPr dirty="0" sz="3200" spc="20">
                <a:solidFill>
                  <a:srgbClr val="18120C"/>
                </a:solidFill>
                <a:latin typeface="Microsoft Sans Serif"/>
                <a:cs typeface="Microsoft Sans Serif"/>
              </a:rPr>
              <a:t>búsqueda </a:t>
            </a:r>
            <a:r>
              <a:rPr dirty="0" sz="3200" spc="-83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10">
                <a:solidFill>
                  <a:srgbClr val="18120C"/>
                </a:solidFill>
                <a:latin typeface="Microsoft Sans Serif"/>
                <a:cs typeface="Microsoft Sans Serif"/>
              </a:rPr>
              <a:t>de</a:t>
            </a:r>
            <a:r>
              <a:rPr dirty="0" sz="3200" spc="-2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5">
                <a:solidFill>
                  <a:srgbClr val="18120C"/>
                </a:solidFill>
                <a:latin typeface="Microsoft Sans Serif"/>
                <a:cs typeface="Microsoft Sans Serif"/>
              </a:rPr>
              <a:t>vulnerabilidades.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655"/>
            <a:ext cx="6055961" cy="25781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295171" y="473284"/>
            <a:ext cx="2192020" cy="2914650"/>
            <a:chOff x="6295171" y="473284"/>
            <a:chExt cx="2192020" cy="29146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5171" y="722749"/>
              <a:ext cx="1727362" cy="266499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3345" y="473284"/>
              <a:ext cx="1323757" cy="799796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2466" y="4426831"/>
            <a:ext cx="17793183" cy="5702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98904" y="795355"/>
            <a:ext cx="7258049" cy="25145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9748" y="1540929"/>
            <a:ext cx="4286250" cy="55689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190"/>
              <a:t>Inteligencia</a:t>
            </a:r>
            <a:r>
              <a:rPr dirty="0" sz="3450" spc="254"/>
              <a:t> </a:t>
            </a:r>
            <a:r>
              <a:rPr dirty="0" sz="3450" spc="235"/>
              <a:t>Activa</a:t>
            </a:r>
            <a:endParaRPr sz="3450"/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1754" y="4839251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1754" y="5715551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1754" y="6591851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1754" y="7030001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01754" y="7906301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01754" y="8782601"/>
            <a:ext cx="104775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1754" y="9220751"/>
            <a:ext cx="104775" cy="104774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54659" marR="380365">
              <a:lnSpc>
                <a:spcPct val="114999"/>
              </a:lnSpc>
              <a:spcBef>
                <a:spcPts val="100"/>
              </a:spcBef>
            </a:pPr>
            <a:r>
              <a:rPr dirty="0" spc="25" b="1">
                <a:latin typeface="Trebuchet MS"/>
                <a:cs typeface="Trebuchet MS"/>
              </a:rPr>
              <a:t>Análisis</a:t>
            </a:r>
            <a:r>
              <a:rPr dirty="0" spc="-75" b="1">
                <a:latin typeface="Trebuchet MS"/>
                <a:cs typeface="Trebuchet MS"/>
              </a:rPr>
              <a:t> </a:t>
            </a:r>
            <a:r>
              <a:rPr dirty="0" spc="-35" b="1">
                <a:latin typeface="Trebuchet MS"/>
                <a:cs typeface="Trebuchet MS"/>
              </a:rPr>
              <a:t>de</a:t>
            </a:r>
            <a:r>
              <a:rPr dirty="0" spc="-70" b="1">
                <a:latin typeface="Trebuchet MS"/>
                <a:cs typeface="Trebuchet MS"/>
              </a:rPr>
              <a:t> </a:t>
            </a:r>
            <a:r>
              <a:rPr dirty="0" spc="5" b="1">
                <a:latin typeface="Trebuchet MS"/>
                <a:cs typeface="Trebuchet MS"/>
              </a:rPr>
              <a:t>dispositivos</a:t>
            </a:r>
            <a:r>
              <a:rPr dirty="0" spc="-75" b="1">
                <a:latin typeface="Trebuchet MS"/>
                <a:cs typeface="Trebuchet MS"/>
              </a:rPr>
              <a:t> </a:t>
            </a:r>
            <a:r>
              <a:rPr dirty="0" spc="-20" b="1">
                <a:latin typeface="Trebuchet MS"/>
                <a:cs typeface="Trebuchet MS"/>
              </a:rPr>
              <a:t>y</a:t>
            </a:r>
            <a:r>
              <a:rPr dirty="0" spc="-70" b="1">
                <a:latin typeface="Trebuchet MS"/>
                <a:cs typeface="Trebuchet MS"/>
              </a:rPr>
              <a:t> </a:t>
            </a:r>
            <a:r>
              <a:rPr dirty="0" spc="-25" b="1">
                <a:latin typeface="Trebuchet MS"/>
                <a:cs typeface="Trebuchet MS"/>
              </a:rPr>
              <a:t>puertos</a:t>
            </a:r>
            <a:r>
              <a:rPr dirty="0" spc="-70" b="1">
                <a:latin typeface="Trebuchet MS"/>
                <a:cs typeface="Trebuchet MS"/>
              </a:rPr>
              <a:t> </a:t>
            </a:r>
            <a:r>
              <a:rPr dirty="0" spc="-20" b="1">
                <a:latin typeface="Trebuchet MS"/>
                <a:cs typeface="Trebuchet MS"/>
              </a:rPr>
              <a:t>con</a:t>
            </a:r>
            <a:r>
              <a:rPr dirty="0" spc="-75" b="1">
                <a:latin typeface="Trebuchet MS"/>
                <a:cs typeface="Trebuchet MS"/>
              </a:rPr>
              <a:t> </a:t>
            </a:r>
            <a:r>
              <a:rPr dirty="0" spc="-5" b="1">
                <a:latin typeface="Trebuchet MS"/>
                <a:cs typeface="Trebuchet MS"/>
              </a:rPr>
              <a:t>Nmap:</a:t>
            </a:r>
            <a:r>
              <a:rPr dirty="0" spc="-70" b="1">
                <a:latin typeface="Trebuchet MS"/>
                <a:cs typeface="Trebuchet MS"/>
              </a:rPr>
              <a:t> </a:t>
            </a:r>
            <a:r>
              <a:rPr dirty="0" spc="-20"/>
              <a:t>Uso</a:t>
            </a:r>
            <a:r>
              <a:rPr dirty="0" spc="-15"/>
              <a:t> </a:t>
            </a:r>
            <a:r>
              <a:rPr dirty="0" spc="-10"/>
              <a:t>de </a:t>
            </a:r>
            <a:r>
              <a:rPr dirty="0" spc="15"/>
              <a:t>Nmap</a:t>
            </a:r>
            <a:r>
              <a:rPr dirty="0" spc="-10"/>
              <a:t> para</a:t>
            </a:r>
            <a:r>
              <a:rPr dirty="0" spc="-15"/>
              <a:t> </a:t>
            </a:r>
            <a:r>
              <a:rPr dirty="0"/>
              <a:t>descubrir</a:t>
            </a:r>
            <a:r>
              <a:rPr dirty="0" spc="-10"/>
              <a:t> </a:t>
            </a:r>
            <a:r>
              <a:rPr dirty="0" spc="35"/>
              <a:t>y</a:t>
            </a:r>
            <a:r>
              <a:rPr dirty="0" spc="-15"/>
              <a:t> </a:t>
            </a:r>
            <a:r>
              <a:rPr dirty="0" spc="-20"/>
              <a:t>evaluar</a:t>
            </a:r>
            <a:r>
              <a:rPr dirty="0" spc="-10"/>
              <a:t> </a:t>
            </a:r>
            <a:r>
              <a:rPr dirty="0" spc="10"/>
              <a:t>dispositivos</a:t>
            </a:r>
            <a:r>
              <a:rPr dirty="0" spc="-15"/>
              <a:t> </a:t>
            </a:r>
            <a:r>
              <a:rPr dirty="0" spc="35"/>
              <a:t>y </a:t>
            </a:r>
            <a:r>
              <a:rPr dirty="0" spc="-645"/>
              <a:t> </a:t>
            </a:r>
            <a:r>
              <a:rPr dirty="0" spc="-20"/>
              <a:t>servicios</a:t>
            </a:r>
            <a:r>
              <a:rPr dirty="0" spc="-25"/>
              <a:t> en</a:t>
            </a:r>
            <a:r>
              <a:rPr dirty="0" spc="-20"/>
              <a:t> </a:t>
            </a:r>
            <a:r>
              <a:rPr dirty="0" spc="-15"/>
              <a:t>una</a:t>
            </a:r>
            <a:r>
              <a:rPr dirty="0" spc="-20"/>
              <a:t> </a:t>
            </a:r>
            <a:r>
              <a:rPr dirty="0" spc="-25"/>
              <a:t>red.</a:t>
            </a:r>
          </a:p>
          <a:p>
            <a:pPr marL="454659" marR="1048385">
              <a:lnSpc>
                <a:spcPct val="114999"/>
              </a:lnSpc>
            </a:pPr>
            <a:r>
              <a:rPr dirty="0" spc="-5" b="1">
                <a:latin typeface="Trebuchet MS"/>
                <a:cs typeface="Trebuchet MS"/>
              </a:rPr>
              <a:t>Parámetros</a:t>
            </a:r>
            <a:r>
              <a:rPr dirty="0" spc="-80" b="1">
                <a:latin typeface="Trebuchet MS"/>
                <a:cs typeface="Trebuchet MS"/>
              </a:rPr>
              <a:t> </a:t>
            </a:r>
            <a:r>
              <a:rPr dirty="0" spc="-20" b="1">
                <a:latin typeface="Trebuchet MS"/>
                <a:cs typeface="Trebuchet MS"/>
              </a:rPr>
              <a:t>y</a:t>
            </a:r>
            <a:r>
              <a:rPr dirty="0" spc="-75" b="1">
                <a:latin typeface="Trebuchet MS"/>
                <a:cs typeface="Trebuchet MS"/>
              </a:rPr>
              <a:t> </a:t>
            </a:r>
            <a:r>
              <a:rPr dirty="0" spc="-15" b="1">
                <a:latin typeface="Trebuchet MS"/>
                <a:cs typeface="Trebuchet MS"/>
              </a:rPr>
              <a:t>opciones</a:t>
            </a:r>
            <a:r>
              <a:rPr dirty="0" spc="-80" b="1">
                <a:latin typeface="Trebuchet MS"/>
                <a:cs typeface="Trebuchet MS"/>
              </a:rPr>
              <a:t> </a:t>
            </a:r>
            <a:r>
              <a:rPr dirty="0" spc="-35" b="1">
                <a:latin typeface="Trebuchet MS"/>
                <a:cs typeface="Trebuchet MS"/>
              </a:rPr>
              <a:t>de</a:t>
            </a:r>
            <a:r>
              <a:rPr dirty="0" spc="-75" b="1">
                <a:latin typeface="Trebuchet MS"/>
                <a:cs typeface="Trebuchet MS"/>
              </a:rPr>
              <a:t> </a:t>
            </a:r>
            <a:r>
              <a:rPr dirty="0" spc="-25" b="1">
                <a:latin typeface="Trebuchet MS"/>
                <a:cs typeface="Trebuchet MS"/>
              </a:rPr>
              <a:t>escaneo</a:t>
            </a:r>
            <a:r>
              <a:rPr dirty="0" spc="-80" b="1">
                <a:latin typeface="Trebuchet MS"/>
                <a:cs typeface="Trebuchet MS"/>
              </a:rPr>
              <a:t> </a:t>
            </a:r>
            <a:r>
              <a:rPr dirty="0" spc="-35" b="1">
                <a:latin typeface="Trebuchet MS"/>
                <a:cs typeface="Trebuchet MS"/>
              </a:rPr>
              <a:t>de</a:t>
            </a:r>
            <a:r>
              <a:rPr dirty="0" spc="-75" b="1">
                <a:latin typeface="Trebuchet MS"/>
                <a:cs typeface="Trebuchet MS"/>
              </a:rPr>
              <a:t> </a:t>
            </a:r>
            <a:r>
              <a:rPr dirty="0" spc="-5" b="1">
                <a:latin typeface="Trebuchet MS"/>
                <a:cs typeface="Trebuchet MS"/>
              </a:rPr>
              <a:t>Nmap:</a:t>
            </a:r>
            <a:r>
              <a:rPr dirty="0" spc="-80" b="1">
                <a:latin typeface="Trebuchet MS"/>
                <a:cs typeface="Trebuchet MS"/>
              </a:rPr>
              <a:t> </a:t>
            </a:r>
            <a:r>
              <a:rPr dirty="0" spc="-5"/>
              <a:t>Configuraciones</a:t>
            </a:r>
            <a:r>
              <a:rPr dirty="0" spc="-15"/>
              <a:t> personalizadas </a:t>
            </a:r>
            <a:r>
              <a:rPr dirty="0" spc="-10"/>
              <a:t>para</a:t>
            </a:r>
            <a:r>
              <a:rPr dirty="0" spc="-20"/>
              <a:t> </a:t>
            </a:r>
            <a:r>
              <a:rPr dirty="0" spc="15"/>
              <a:t>adaptar</a:t>
            </a:r>
            <a:r>
              <a:rPr dirty="0" spc="-15"/>
              <a:t> </a:t>
            </a:r>
            <a:r>
              <a:rPr dirty="0" spc="-35"/>
              <a:t>el </a:t>
            </a:r>
            <a:r>
              <a:rPr dirty="0" spc="-650"/>
              <a:t> </a:t>
            </a:r>
            <a:r>
              <a:rPr dirty="0" spc="-50"/>
              <a:t>escaneo</a:t>
            </a:r>
            <a:r>
              <a:rPr dirty="0" spc="-20"/>
              <a:t> </a:t>
            </a:r>
            <a:r>
              <a:rPr dirty="0" spc="-10"/>
              <a:t>de</a:t>
            </a:r>
            <a:r>
              <a:rPr dirty="0" spc="-20"/>
              <a:t> </a:t>
            </a:r>
            <a:r>
              <a:rPr dirty="0" spc="15"/>
              <a:t>Nmap</a:t>
            </a:r>
            <a:r>
              <a:rPr dirty="0" spc="-20"/>
              <a:t> </a:t>
            </a:r>
            <a:r>
              <a:rPr dirty="0" spc="-70"/>
              <a:t>a</a:t>
            </a:r>
            <a:r>
              <a:rPr dirty="0" spc="-20"/>
              <a:t> </a:t>
            </a:r>
            <a:r>
              <a:rPr dirty="0" spc="-30"/>
              <a:t>necesidades</a:t>
            </a:r>
            <a:r>
              <a:rPr dirty="0" spc="-20"/>
              <a:t> </a:t>
            </a:r>
            <a:r>
              <a:rPr dirty="0" spc="-35"/>
              <a:t>específicas.</a:t>
            </a:r>
          </a:p>
          <a:p>
            <a:pPr marL="454659" marR="450215">
              <a:lnSpc>
                <a:spcPct val="114999"/>
              </a:lnSpc>
            </a:pPr>
            <a:r>
              <a:rPr dirty="0" spc="-75" b="1">
                <a:latin typeface="Trebuchet MS"/>
                <a:cs typeface="Trebuchet MS"/>
              </a:rPr>
              <a:t>Full </a:t>
            </a:r>
            <a:r>
              <a:rPr dirty="0" spc="110" b="1">
                <a:latin typeface="Trebuchet MS"/>
                <a:cs typeface="Trebuchet MS"/>
              </a:rPr>
              <a:t>TCP </a:t>
            </a:r>
            <a:r>
              <a:rPr dirty="0" spc="-50" b="1">
                <a:latin typeface="Trebuchet MS"/>
                <a:cs typeface="Trebuchet MS"/>
              </a:rPr>
              <a:t>scan: </a:t>
            </a:r>
            <a:r>
              <a:rPr dirty="0" spc="-70"/>
              <a:t>Escaneo </a:t>
            </a:r>
            <a:r>
              <a:rPr dirty="0" spc="5"/>
              <a:t>exhaustivo </a:t>
            </a:r>
            <a:r>
              <a:rPr dirty="0" spc="-10"/>
              <a:t>de </a:t>
            </a:r>
            <a:r>
              <a:rPr dirty="0" spc="25"/>
              <a:t>todos </a:t>
            </a:r>
            <a:r>
              <a:rPr dirty="0" spc="-20"/>
              <a:t>los </a:t>
            </a:r>
            <a:r>
              <a:rPr dirty="0" spc="15"/>
              <a:t>puertos </a:t>
            </a:r>
            <a:r>
              <a:rPr dirty="0" spc="-70"/>
              <a:t>TCP </a:t>
            </a:r>
            <a:r>
              <a:rPr dirty="0" spc="-10"/>
              <a:t>de </a:t>
            </a:r>
            <a:r>
              <a:rPr dirty="0" spc="15"/>
              <a:t>un dispositivo </a:t>
            </a:r>
            <a:r>
              <a:rPr dirty="0" spc="-5"/>
              <a:t>o </a:t>
            </a:r>
            <a:r>
              <a:rPr dirty="0" spc="10"/>
              <a:t>red </a:t>
            </a:r>
            <a:r>
              <a:rPr dirty="0" spc="-15"/>
              <a:t>con Nmap. </a:t>
            </a:r>
            <a:r>
              <a:rPr dirty="0" spc="-10"/>
              <a:t> </a:t>
            </a:r>
            <a:r>
              <a:rPr dirty="0" spc="-10" b="1">
                <a:latin typeface="Trebuchet MS"/>
                <a:cs typeface="Trebuchet MS"/>
              </a:rPr>
              <a:t>Stealth </a:t>
            </a:r>
            <a:r>
              <a:rPr dirty="0" spc="-15" b="1">
                <a:latin typeface="Trebuchet MS"/>
                <a:cs typeface="Trebuchet MS"/>
              </a:rPr>
              <a:t>Scan: </a:t>
            </a:r>
            <a:r>
              <a:rPr dirty="0" spc="-70"/>
              <a:t>Escaneo </a:t>
            </a:r>
            <a:r>
              <a:rPr dirty="0" spc="-5"/>
              <a:t>sigiloso que </a:t>
            </a:r>
            <a:r>
              <a:rPr dirty="0" spc="-25"/>
              <a:t>busca </a:t>
            </a:r>
            <a:r>
              <a:rPr dirty="0" spc="10"/>
              <a:t>minimizar </a:t>
            </a:r>
            <a:r>
              <a:rPr dirty="0" spc="-5"/>
              <a:t>detección </a:t>
            </a:r>
            <a:r>
              <a:rPr dirty="0" spc="-35"/>
              <a:t>al </a:t>
            </a:r>
            <a:r>
              <a:rPr dirty="0" spc="5"/>
              <a:t>reducir </a:t>
            </a:r>
            <a:r>
              <a:rPr dirty="0" spc="10"/>
              <a:t>actividad </a:t>
            </a:r>
            <a:r>
              <a:rPr dirty="0" spc="-10"/>
              <a:t>de </a:t>
            </a:r>
            <a:r>
              <a:rPr dirty="0" spc="-25"/>
              <a:t>red, </a:t>
            </a:r>
            <a:r>
              <a:rPr dirty="0" spc="-15"/>
              <a:t>realizado </a:t>
            </a:r>
            <a:r>
              <a:rPr dirty="0" spc="-650"/>
              <a:t> </a:t>
            </a:r>
            <a:r>
              <a:rPr dirty="0" spc="30"/>
              <a:t>por</a:t>
            </a:r>
            <a:r>
              <a:rPr dirty="0" spc="-25"/>
              <a:t> </a:t>
            </a:r>
            <a:r>
              <a:rPr dirty="0" spc="-15"/>
              <a:t>Nmap.</a:t>
            </a:r>
          </a:p>
          <a:p>
            <a:pPr marL="454659" marR="464820">
              <a:lnSpc>
                <a:spcPct val="114999"/>
              </a:lnSpc>
            </a:pPr>
            <a:r>
              <a:rPr dirty="0" spc="-45" b="1">
                <a:latin typeface="Trebuchet MS"/>
                <a:cs typeface="Trebuchet MS"/>
              </a:rPr>
              <a:t>Fingerprinting: </a:t>
            </a:r>
            <a:r>
              <a:rPr dirty="0" spc="-40"/>
              <a:t>Técnica </a:t>
            </a:r>
            <a:r>
              <a:rPr dirty="0" spc="-10"/>
              <a:t>para </a:t>
            </a:r>
            <a:r>
              <a:rPr dirty="0" spc="20"/>
              <a:t>identificar </a:t>
            </a:r>
            <a:r>
              <a:rPr dirty="0" spc="-15"/>
              <a:t>sistemas </a:t>
            </a:r>
            <a:r>
              <a:rPr dirty="0" spc="35"/>
              <a:t>y </a:t>
            </a:r>
            <a:r>
              <a:rPr dirty="0" spc="-25"/>
              <a:t>aplicaciones </a:t>
            </a:r>
            <a:r>
              <a:rPr dirty="0" spc="5"/>
              <a:t>mediante </a:t>
            </a:r>
            <a:r>
              <a:rPr dirty="0" spc="-25"/>
              <a:t>análisis </a:t>
            </a:r>
            <a:r>
              <a:rPr dirty="0" spc="-10"/>
              <a:t>de </a:t>
            </a:r>
            <a:r>
              <a:rPr dirty="0" spc="-15"/>
              <a:t>respuestas </a:t>
            </a:r>
            <a:r>
              <a:rPr dirty="0" spc="-10"/>
              <a:t>de </a:t>
            </a:r>
            <a:r>
              <a:rPr dirty="0" spc="-650"/>
              <a:t> </a:t>
            </a:r>
            <a:r>
              <a:rPr dirty="0" spc="-25"/>
              <a:t>red.</a:t>
            </a:r>
          </a:p>
          <a:p>
            <a:pPr marL="454659" marR="5080">
              <a:lnSpc>
                <a:spcPct val="114999"/>
              </a:lnSpc>
            </a:pPr>
            <a:r>
              <a:rPr dirty="0" spc="-40" b="1">
                <a:latin typeface="Trebuchet MS"/>
                <a:cs typeface="Trebuchet MS"/>
              </a:rPr>
              <a:t>Zenmap: </a:t>
            </a:r>
            <a:r>
              <a:rPr dirty="0" spc="15"/>
              <a:t>Interfaz </a:t>
            </a:r>
            <a:r>
              <a:rPr dirty="0" spc="5"/>
              <a:t>gráfica </a:t>
            </a:r>
            <a:r>
              <a:rPr dirty="0" spc="-10"/>
              <a:t>para </a:t>
            </a:r>
            <a:r>
              <a:rPr dirty="0" spc="15"/>
              <a:t>Nmap </a:t>
            </a:r>
            <a:r>
              <a:rPr dirty="0" spc="-5"/>
              <a:t>que </a:t>
            </a:r>
            <a:r>
              <a:rPr dirty="0" spc="10"/>
              <a:t>facilita </a:t>
            </a:r>
            <a:r>
              <a:rPr dirty="0" spc="-15"/>
              <a:t>visualización </a:t>
            </a:r>
            <a:r>
              <a:rPr dirty="0" spc="35"/>
              <a:t>y </a:t>
            </a:r>
            <a:r>
              <a:rPr dirty="0" spc="-25"/>
              <a:t>análisis </a:t>
            </a:r>
            <a:r>
              <a:rPr dirty="0" spc="-10"/>
              <a:t>de </a:t>
            </a:r>
            <a:r>
              <a:rPr dirty="0"/>
              <a:t>resultados </a:t>
            </a:r>
            <a:r>
              <a:rPr dirty="0" spc="-10"/>
              <a:t>de </a:t>
            </a:r>
            <a:r>
              <a:rPr dirty="0" spc="-60"/>
              <a:t>escaneos. </a:t>
            </a:r>
            <a:r>
              <a:rPr dirty="0" spc="-55"/>
              <a:t> </a:t>
            </a:r>
            <a:r>
              <a:rPr dirty="0" spc="25" b="1">
                <a:latin typeface="Trebuchet MS"/>
                <a:cs typeface="Trebuchet MS"/>
              </a:rPr>
              <a:t>Análisis</a:t>
            </a:r>
            <a:r>
              <a:rPr dirty="0" spc="-80" b="1">
                <a:latin typeface="Trebuchet MS"/>
                <a:cs typeface="Trebuchet MS"/>
              </a:rPr>
              <a:t> </a:t>
            </a:r>
            <a:r>
              <a:rPr dirty="0" spc="-90" b="1">
                <a:latin typeface="Trebuchet MS"/>
                <a:cs typeface="Trebuchet MS"/>
              </a:rPr>
              <a:t>traceroute:</a:t>
            </a:r>
            <a:r>
              <a:rPr dirty="0" spc="-80" b="1">
                <a:latin typeface="Trebuchet MS"/>
                <a:cs typeface="Trebuchet MS"/>
              </a:rPr>
              <a:t> </a:t>
            </a:r>
            <a:r>
              <a:rPr dirty="0" spc="-15"/>
              <a:t>Rastreo</a:t>
            </a:r>
            <a:r>
              <a:rPr dirty="0" spc="-20"/>
              <a:t> </a:t>
            </a:r>
            <a:r>
              <a:rPr dirty="0" spc="-10"/>
              <a:t>de</a:t>
            </a:r>
            <a:r>
              <a:rPr dirty="0" spc="-15"/>
              <a:t> </a:t>
            </a:r>
            <a:r>
              <a:rPr dirty="0" spc="35"/>
              <a:t>ruta</a:t>
            </a:r>
            <a:r>
              <a:rPr dirty="0" spc="-20"/>
              <a:t> </a:t>
            </a:r>
            <a:r>
              <a:rPr dirty="0" spc="-10"/>
              <a:t>de</a:t>
            </a:r>
            <a:r>
              <a:rPr dirty="0" spc="-20"/>
              <a:t> </a:t>
            </a:r>
            <a:r>
              <a:rPr dirty="0"/>
              <a:t>paquetes</a:t>
            </a:r>
            <a:r>
              <a:rPr dirty="0" spc="-20"/>
              <a:t> </a:t>
            </a:r>
            <a:r>
              <a:rPr dirty="0" spc="-10"/>
              <a:t>para</a:t>
            </a:r>
            <a:r>
              <a:rPr dirty="0" spc="-15"/>
              <a:t> </a:t>
            </a:r>
            <a:r>
              <a:rPr dirty="0" spc="20"/>
              <a:t>identificar</a:t>
            </a:r>
            <a:r>
              <a:rPr dirty="0" spc="-20"/>
              <a:t> </a:t>
            </a:r>
            <a:r>
              <a:rPr dirty="0"/>
              <a:t>nodos</a:t>
            </a:r>
            <a:r>
              <a:rPr dirty="0" spc="-20"/>
              <a:t> </a:t>
            </a:r>
            <a:r>
              <a:rPr dirty="0" spc="35"/>
              <a:t>y</a:t>
            </a:r>
            <a:r>
              <a:rPr dirty="0" spc="-20"/>
              <a:t> </a:t>
            </a:r>
            <a:r>
              <a:rPr dirty="0" spc="-10"/>
              <a:t>demoras</a:t>
            </a:r>
            <a:r>
              <a:rPr dirty="0" spc="-15"/>
              <a:t> </a:t>
            </a:r>
            <a:r>
              <a:rPr dirty="0" spc="-25"/>
              <a:t>en</a:t>
            </a:r>
            <a:r>
              <a:rPr dirty="0" spc="-20"/>
              <a:t> comunicaciones </a:t>
            </a:r>
            <a:r>
              <a:rPr dirty="0" spc="-650"/>
              <a:t> </a:t>
            </a:r>
            <a:r>
              <a:rPr dirty="0" spc="-10"/>
              <a:t>de</a:t>
            </a:r>
            <a:r>
              <a:rPr dirty="0" spc="-25"/>
              <a:t> 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13887"/>
            <a:ext cx="16249303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82951" y="3387764"/>
            <a:ext cx="11228070" cy="4762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95"/>
              </a:spcBef>
            </a:pPr>
            <a:r>
              <a:rPr dirty="0" sz="2650" spc="5">
                <a:solidFill>
                  <a:srgbClr val="18120C"/>
                </a:solidFill>
                <a:latin typeface="Microsoft Sans Serif"/>
                <a:cs typeface="Microsoft Sans Serif"/>
              </a:rPr>
              <a:t>Molina 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Marin, </a:t>
            </a:r>
            <a:r>
              <a:rPr dirty="0" sz="2650" spc="-160">
                <a:solidFill>
                  <a:srgbClr val="18120C"/>
                </a:solidFill>
                <a:latin typeface="Microsoft Sans Serif"/>
                <a:cs typeface="Microsoft Sans Serif"/>
              </a:rPr>
              <a:t>Y </a:t>
            </a:r>
            <a:r>
              <a:rPr dirty="0" sz="2650" spc="50">
                <a:solidFill>
                  <a:srgbClr val="18120C"/>
                </a:solidFill>
                <a:latin typeface="Microsoft Sans Serif"/>
                <a:cs typeface="Microsoft Sans Serif"/>
              </a:rPr>
              <a:t>y </a:t>
            </a:r>
            <a:r>
              <a:rPr dirty="0" sz="2650">
                <a:solidFill>
                  <a:srgbClr val="18120C"/>
                </a:solidFill>
                <a:latin typeface="Microsoft Sans Serif"/>
                <a:cs typeface="Microsoft Sans Serif"/>
              </a:rPr>
              <a:t>Orozco </a:t>
            </a:r>
            <a:r>
              <a:rPr dirty="0" sz="2650" spc="55">
                <a:solidFill>
                  <a:srgbClr val="18120C"/>
                </a:solidFill>
                <a:latin typeface="Microsoft Sans Serif"/>
                <a:cs typeface="Microsoft Sans Serif"/>
              </a:rPr>
              <a:t>Nott, </a:t>
            </a:r>
            <a:r>
              <a:rPr dirty="0" sz="2650" spc="-80">
                <a:solidFill>
                  <a:srgbClr val="18120C"/>
                </a:solidFill>
                <a:latin typeface="Microsoft Sans Serif"/>
                <a:cs typeface="Microsoft Sans Serif"/>
              </a:rPr>
              <a:t>L. </a:t>
            </a:r>
            <a:r>
              <a:rPr dirty="0" sz="2650" spc="40">
                <a:solidFill>
                  <a:srgbClr val="18120C"/>
                </a:solidFill>
                <a:latin typeface="Microsoft Sans Serif"/>
                <a:cs typeface="Microsoft Sans Serif"/>
              </a:rPr>
              <a:t>(2020). </a:t>
            </a:r>
            <a:r>
              <a:rPr dirty="0" sz="2650" spc="10">
                <a:solidFill>
                  <a:srgbClr val="18120C"/>
                </a:solidFill>
                <a:latin typeface="Microsoft Sans Serif"/>
                <a:cs typeface="Microsoft Sans Serif"/>
              </a:rPr>
              <a:t>Vulnerabilidades </a:t>
            </a:r>
            <a:r>
              <a:rPr dirty="0" sz="2650" spc="5">
                <a:solidFill>
                  <a:srgbClr val="18120C"/>
                </a:solidFill>
                <a:latin typeface="Microsoft Sans Serif"/>
                <a:cs typeface="Microsoft Sans Serif"/>
              </a:rPr>
              <a:t>de 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los 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Sistemas </a:t>
            </a:r>
            <a:r>
              <a:rPr dirty="0" sz="2650" spc="-69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5">
                <a:solidFill>
                  <a:srgbClr val="18120C"/>
                </a:solidFill>
                <a:latin typeface="Microsoft Sans Serif"/>
                <a:cs typeface="Microsoft Sans Serif"/>
              </a:rPr>
              <a:t>de Información: </a:t>
            </a:r>
            <a:r>
              <a:rPr dirty="0" sz="2650">
                <a:solidFill>
                  <a:srgbClr val="18120C"/>
                </a:solidFill>
                <a:latin typeface="Microsoft Sans Serif"/>
                <a:cs typeface="Microsoft Sans Serif"/>
              </a:rPr>
              <a:t>una 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revisión. </a:t>
            </a:r>
            <a:r>
              <a:rPr dirty="0" sz="2650" spc="-5">
                <a:solidFill>
                  <a:srgbClr val="18120C"/>
                </a:solidFill>
                <a:latin typeface="Microsoft Sans Serif"/>
                <a:cs typeface="Microsoft Sans Serif"/>
              </a:rPr>
              <a:t>Tecnológico </a:t>
            </a:r>
            <a:r>
              <a:rPr dirty="0" sz="2650" spc="5">
                <a:solidFill>
                  <a:srgbClr val="18120C"/>
                </a:solidFill>
                <a:latin typeface="Microsoft Sans Serif"/>
                <a:cs typeface="Microsoft Sans Serif"/>
              </a:rPr>
              <a:t>de </a:t>
            </a:r>
            <a:r>
              <a:rPr dirty="0" sz="2650" spc="30">
                <a:solidFill>
                  <a:srgbClr val="18120C"/>
                </a:solidFill>
                <a:latin typeface="Microsoft Sans Serif"/>
                <a:cs typeface="Microsoft Sans Serif"/>
              </a:rPr>
              <a:t>Antioquia, </a:t>
            </a:r>
            <a:r>
              <a:rPr dirty="0" sz="2650" spc="25">
                <a:solidFill>
                  <a:srgbClr val="18120C"/>
                </a:solidFill>
                <a:latin typeface="Microsoft Sans Serif"/>
                <a:cs typeface="Microsoft Sans Serif"/>
              </a:rPr>
              <a:t>Institución </a:t>
            </a:r>
            <a:r>
              <a:rPr dirty="0" sz="2650" spc="3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18120C"/>
                </a:solidFill>
                <a:latin typeface="Microsoft Sans Serif"/>
                <a:cs typeface="Microsoft Sans Serif"/>
              </a:rPr>
              <a:t>Universitaria.</a:t>
            </a:r>
            <a:endParaRPr sz="26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50">
              <a:latin typeface="Microsoft Sans Serif"/>
              <a:cs typeface="Microsoft Sans Serif"/>
            </a:endParaRPr>
          </a:p>
          <a:p>
            <a:pPr marL="12700" marR="74295">
              <a:lnSpc>
                <a:spcPct val="117300"/>
              </a:lnSpc>
            </a:pPr>
            <a:r>
              <a:rPr dirty="0" sz="2650" spc="-35">
                <a:solidFill>
                  <a:srgbClr val="18120C"/>
                </a:solidFill>
                <a:latin typeface="Microsoft Sans Serif"/>
                <a:cs typeface="Microsoft Sans Serif"/>
              </a:rPr>
              <a:t>Choi,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14">
                <a:solidFill>
                  <a:srgbClr val="18120C"/>
                </a:solidFill>
                <a:latin typeface="Microsoft Sans Serif"/>
                <a:cs typeface="Microsoft Sans Serif"/>
              </a:rPr>
              <a:t>K.,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5">
                <a:solidFill>
                  <a:srgbClr val="18120C"/>
                </a:solidFill>
                <a:latin typeface="Microsoft Sans Serif"/>
                <a:cs typeface="Microsoft Sans Serif"/>
              </a:rPr>
              <a:t>&amp;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10">
                <a:solidFill>
                  <a:srgbClr val="18120C"/>
                </a:solidFill>
                <a:latin typeface="Microsoft Sans Serif"/>
                <a:cs typeface="Microsoft Sans Serif"/>
              </a:rPr>
              <a:t>Toro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560">
                <a:solidFill>
                  <a:srgbClr val="18120C"/>
                </a:solidFill>
                <a:latin typeface="Microsoft Sans Serif"/>
                <a:cs typeface="Microsoft Sans Serif"/>
              </a:rPr>
              <a:t>–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5">
                <a:solidFill>
                  <a:srgbClr val="18120C"/>
                </a:solidFill>
                <a:latin typeface="Microsoft Sans Serif"/>
                <a:cs typeface="Microsoft Sans Serif"/>
              </a:rPr>
              <a:t>Álvarez,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45">
                <a:solidFill>
                  <a:srgbClr val="18120C"/>
                </a:solidFill>
                <a:latin typeface="Microsoft Sans Serif"/>
                <a:cs typeface="Microsoft Sans Serif"/>
              </a:rPr>
              <a:t>M.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18120C"/>
                </a:solidFill>
                <a:latin typeface="Microsoft Sans Serif"/>
                <a:cs typeface="Microsoft Sans Serif"/>
              </a:rPr>
              <a:t>Cibercriminología: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40">
                <a:solidFill>
                  <a:srgbClr val="18120C"/>
                </a:solidFill>
                <a:latin typeface="Microsoft Sans Serif"/>
                <a:cs typeface="Microsoft Sans Serif"/>
              </a:rPr>
              <a:t>Guía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18120C"/>
                </a:solidFill>
                <a:latin typeface="Microsoft Sans Serif"/>
                <a:cs typeface="Microsoft Sans Serif"/>
              </a:rPr>
              <a:t>para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solidFill>
                  <a:srgbClr val="18120C"/>
                </a:solidFill>
                <a:latin typeface="Microsoft Sans Serif"/>
                <a:cs typeface="Microsoft Sans Serif"/>
              </a:rPr>
              <a:t>la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10">
                <a:solidFill>
                  <a:srgbClr val="18120C"/>
                </a:solidFill>
                <a:latin typeface="Microsoft Sans Serif"/>
                <a:cs typeface="Microsoft Sans Serif"/>
              </a:rPr>
              <a:t>Investigación </a:t>
            </a:r>
            <a:r>
              <a:rPr dirty="0" sz="2650" spc="-69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5">
                <a:solidFill>
                  <a:srgbClr val="18120C"/>
                </a:solidFill>
                <a:latin typeface="Microsoft Sans Serif"/>
                <a:cs typeface="Microsoft Sans Serif"/>
              </a:rPr>
              <a:t>del</a:t>
            </a:r>
            <a:r>
              <a:rPr dirty="0" sz="2650" spc="-2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18120C"/>
                </a:solidFill>
                <a:latin typeface="Microsoft Sans Serif"/>
                <a:cs typeface="Microsoft Sans Serif"/>
              </a:rPr>
              <a:t>Cibercrimen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50">
                <a:solidFill>
                  <a:srgbClr val="18120C"/>
                </a:solidFill>
                <a:latin typeface="Microsoft Sans Serif"/>
                <a:cs typeface="Microsoft Sans Serif"/>
              </a:rPr>
              <a:t>y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Mejores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Prácticas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en </a:t>
            </a:r>
            <a:r>
              <a:rPr dirty="0" sz="2650" spc="10">
                <a:solidFill>
                  <a:srgbClr val="18120C"/>
                </a:solidFill>
                <a:latin typeface="Microsoft Sans Serif"/>
                <a:cs typeface="Microsoft Sans Serif"/>
              </a:rPr>
              <a:t>Seguridad</a:t>
            </a: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50">
                <a:solidFill>
                  <a:srgbClr val="18120C"/>
                </a:solidFill>
                <a:latin typeface="Microsoft Sans Serif"/>
                <a:cs typeface="Microsoft Sans Serif"/>
              </a:rPr>
              <a:t>Digital1</a:t>
            </a:r>
            <a:endParaRPr sz="2650">
              <a:latin typeface="Microsoft Sans Serif"/>
              <a:cs typeface="Microsoft Sans Serif"/>
            </a:endParaRPr>
          </a:p>
          <a:p>
            <a:pPr marL="12700" marR="4706620">
              <a:lnSpc>
                <a:spcPct val="234600"/>
              </a:lnSpc>
            </a:pPr>
            <a:r>
              <a:rPr dirty="0" sz="2650" spc="-15">
                <a:solidFill>
                  <a:srgbClr val="18120C"/>
                </a:solidFill>
                <a:latin typeface="Microsoft Sans Serif"/>
                <a:cs typeface="Microsoft Sans Serif"/>
              </a:rPr>
              <a:t>KA, </a:t>
            </a:r>
            <a:r>
              <a:rPr dirty="0" sz="2650" spc="-45">
                <a:solidFill>
                  <a:srgbClr val="18120C"/>
                </a:solidFill>
                <a:latin typeface="Microsoft Sans Serif"/>
                <a:cs typeface="Microsoft Sans Serif"/>
              </a:rPr>
              <a:t>M. </a:t>
            </a:r>
            <a:r>
              <a:rPr dirty="0" sz="2650" spc="20">
                <a:solidFill>
                  <a:srgbClr val="18120C"/>
                </a:solidFill>
                <a:latin typeface="Microsoft Sans Serif"/>
                <a:cs typeface="Microsoft Sans Serif"/>
              </a:rPr>
              <a:t>Aprendizaje </a:t>
            </a:r>
            <a:r>
              <a:rPr dirty="0" sz="2650" spc="-20">
                <a:solidFill>
                  <a:srgbClr val="18120C"/>
                </a:solidFill>
                <a:latin typeface="Microsoft Sans Serif"/>
                <a:cs typeface="Microsoft Sans Serif"/>
              </a:rPr>
              <a:t>análisis </a:t>
            </a:r>
            <a:r>
              <a:rPr dirty="0" sz="2650" spc="5">
                <a:solidFill>
                  <a:srgbClr val="18120C"/>
                </a:solidFill>
                <a:latin typeface="Microsoft Sans Serif"/>
                <a:cs typeface="Microsoft Sans Serif"/>
              </a:rPr>
              <a:t>de </a:t>
            </a:r>
            <a:r>
              <a:rPr dirty="0" sz="2650" spc="30">
                <a:solidFill>
                  <a:srgbClr val="18120C"/>
                </a:solidFill>
                <a:latin typeface="Microsoft Sans Serif"/>
                <a:cs typeface="Microsoft Sans Serif"/>
              </a:rPr>
              <a:t>malware2. </a:t>
            </a:r>
            <a:r>
              <a:rPr dirty="0" sz="2650" spc="35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0">
                <a:solidFill>
                  <a:srgbClr val="18120C"/>
                </a:solidFill>
                <a:latin typeface="Microsoft Sans Serif"/>
                <a:cs typeface="Microsoft Sans Serif"/>
              </a:rPr>
              <a:t>Toro,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30">
                <a:solidFill>
                  <a:srgbClr val="18120C"/>
                </a:solidFill>
                <a:latin typeface="Microsoft Sans Serif"/>
                <a:cs typeface="Microsoft Sans Serif"/>
              </a:rPr>
              <a:t>G.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55">
                <a:solidFill>
                  <a:srgbClr val="18120C"/>
                </a:solidFill>
                <a:latin typeface="Microsoft Sans Serif"/>
                <a:cs typeface="Microsoft Sans Serif"/>
              </a:rPr>
              <a:t>(n.d.).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40">
                <a:solidFill>
                  <a:srgbClr val="18120C"/>
                </a:solidFill>
                <a:latin typeface="Microsoft Sans Serif"/>
                <a:cs typeface="Microsoft Sans Serif"/>
              </a:rPr>
              <a:t>Guía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5">
                <a:solidFill>
                  <a:srgbClr val="18120C"/>
                </a:solidFill>
                <a:latin typeface="Microsoft Sans Serif"/>
                <a:cs typeface="Microsoft Sans Serif"/>
              </a:rPr>
              <a:t>de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5">
                <a:solidFill>
                  <a:srgbClr val="18120C"/>
                </a:solidFill>
                <a:latin typeface="Microsoft Sans Serif"/>
                <a:cs typeface="Microsoft Sans Serif"/>
              </a:rPr>
              <a:t>referencia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5">
                <a:solidFill>
                  <a:srgbClr val="18120C"/>
                </a:solidFill>
                <a:latin typeface="Microsoft Sans Serif"/>
                <a:cs typeface="Microsoft Sans Serif"/>
              </a:rPr>
              <a:t>de</a:t>
            </a:r>
            <a:r>
              <a:rPr dirty="0" sz="2650" spc="-10">
                <a:solidFill>
                  <a:srgbClr val="18120C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18120C"/>
                </a:solidFill>
                <a:latin typeface="Microsoft Sans Serif"/>
                <a:cs typeface="Microsoft Sans Serif"/>
              </a:rPr>
              <a:t>Nmap.</a:t>
            </a:r>
            <a:endParaRPr sz="265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70452" y="862589"/>
            <a:ext cx="8747760" cy="1892300"/>
            <a:chOff x="4770452" y="862589"/>
            <a:chExt cx="8747760" cy="1892300"/>
          </a:xfrm>
        </p:grpSpPr>
        <p:sp>
          <p:nvSpPr>
            <p:cNvPr id="5" name="object 5"/>
            <p:cNvSpPr/>
            <p:nvPr/>
          </p:nvSpPr>
          <p:spPr>
            <a:xfrm>
              <a:off x="4785409" y="880479"/>
              <a:ext cx="8716010" cy="1854200"/>
            </a:xfrm>
            <a:custGeom>
              <a:avLst/>
              <a:gdLst/>
              <a:ahLst/>
              <a:cxnLst/>
              <a:rect l="l" t="t" r="r" b="b"/>
              <a:pathLst>
                <a:path w="8716010" h="1854200">
                  <a:moveTo>
                    <a:pt x="5406843" y="12699"/>
                  </a:moveTo>
                  <a:lnTo>
                    <a:pt x="5085271" y="12699"/>
                  </a:lnTo>
                  <a:lnTo>
                    <a:pt x="5177721" y="0"/>
                  </a:lnTo>
                  <a:lnTo>
                    <a:pt x="5360900" y="0"/>
                  </a:lnTo>
                  <a:lnTo>
                    <a:pt x="5406843" y="12699"/>
                  </a:lnTo>
                  <a:close/>
                </a:path>
                <a:path w="8716010" h="1854200">
                  <a:moveTo>
                    <a:pt x="5910395" y="12699"/>
                  </a:moveTo>
                  <a:lnTo>
                    <a:pt x="5589652" y="12699"/>
                  </a:lnTo>
                  <a:lnTo>
                    <a:pt x="5635463" y="0"/>
                  </a:lnTo>
                  <a:lnTo>
                    <a:pt x="5864112" y="0"/>
                  </a:lnTo>
                  <a:lnTo>
                    <a:pt x="5910395" y="12699"/>
                  </a:lnTo>
                  <a:close/>
                </a:path>
                <a:path w="8716010" h="1854200">
                  <a:moveTo>
                    <a:pt x="7977281" y="12699"/>
                  </a:moveTo>
                  <a:lnTo>
                    <a:pt x="5957125" y="12699"/>
                  </a:lnTo>
                  <a:lnTo>
                    <a:pt x="6001899" y="0"/>
                  </a:lnTo>
                  <a:lnTo>
                    <a:pt x="7930732" y="0"/>
                  </a:lnTo>
                  <a:lnTo>
                    <a:pt x="7977281" y="12699"/>
                  </a:lnTo>
                  <a:close/>
                </a:path>
                <a:path w="8716010" h="1854200">
                  <a:moveTo>
                    <a:pt x="8667594" y="12699"/>
                  </a:moveTo>
                  <a:lnTo>
                    <a:pt x="8114689" y="12699"/>
                  </a:lnTo>
                  <a:lnTo>
                    <a:pt x="8160663" y="0"/>
                  </a:lnTo>
                  <a:lnTo>
                    <a:pt x="8529299" y="0"/>
                  </a:lnTo>
                  <a:lnTo>
                    <a:pt x="8667594" y="12699"/>
                  </a:lnTo>
                  <a:close/>
                </a:path>
                <a:path w="8716010" h="1854200">
                  <a:moveTo>
                    <a:pt x="4672968" y="25399"/>
                  </a:moveTo>
                  <a:lnTo>
                    <a:pt x="4534198" y="25399"/>
                  </a:lnTo>
                  <a:lnTo>
                    <a:pt x="4578537" y="12699"/>
                  </a:lnTo>
                  <a:lnTo>
                    <a:pt x="4626171" y="12699"/>
                  </a:lnTo>
                  <a:lnTo>
                    <a:pt x="4672968" y="25399"/>
                  </a:lnTo>
                  <a:close/>
                </a:path>
                <a:path w="8716010" h="1854200">
                  <a:moveTo>
                    <a:pt x="6101073" y="1841499"/>
                  </a:moveTo>
                  <a:lnTo>
                    <a:pt x="3947" y="1841499"/>
                  </a:lnTo>
                  <a:lnTo>
                    <a:pt x="34307" y="1803399"/>
                  </a:lnTo>
                  <a:lnTo>
                    <a:pt x="97621" y="1739899"/>
                  </a:lnTo>
                  <a:lnTo>
                    <a:pt x="130203" y="1701799"/>
                  </a:lnTo>
                  <a:lnTo>
                    <a:pt x="163156" y="1663699"/>
                  </a:lnTo>
                  <a:lnTo>
                    <a:pt x="193647" y="1625599"/>
                  </a:lnTo>
                  <a:lnTo>
                    <a:pt x="223384" y="1587499"/>
                  </a:lnTo>
                  <a:lnTo>
                    <a:pt x="252991" y="1536699"/>
                  </a:lnTo>
                  <a:lnTo>
                    <a:pt x="283092" y="1498599"/>
                  </a:lnTo>
                  <a:lnTo>
                    <a:pt x="314311" y="1460499"/>
                  </a:lnTo>
                  <a:lnTo>
                    <a:pt x="346710" y="1422399"/>
                  </a:lnTo>
                  <a:lnTo>
                    <a:pt x="379251" y="1396999"/>
                  </a:lnTo>
                  <a:lnTo>
                    <a:pt x="443848" y="1320799"/>
                  </a:lnTo>
                  <a:lnTo>
                    <a:pt x="475444" y="1282699"/>
                  </a:lnTo>
                  <a:lnTo>
                    <a:pt x="509096" y="1244599"/>
                  </a:lnTo>
                  <a:lnTo>
                    <a:pt x="542147" y="1206499"/>
                  </a:lnTo>
                  <a:lnTo>
                    <a:pt x="574521" y="1168399"/>
                  </a:lnTo>
                  <a:lnTo>
                    <a:pt x="606145" y="1130299"/>
                  </a:lnTo>
                  <a:lnTo>
                    <a:pt x="636944" y="1092199"/>
                  </a:lnTo>
                  <a:lnTo>
                    <a:pt x="674286" y="1054099"/>
                  </a:lnTo>
                  <a:lnTo>
                    <a:pt x="710028" y="1015999"/>
                  </a:lnTo>
                  <a:lnTo>
                    <a:pt x="743904" y="977899"/>
                  </a:lnTo>
                  <a:lnTo>
                    <a:pt x="775650" y="952499"/>
                  </a:lnTo>
                  <a:lnTo>
                    <a:pt x="805000" y="927099"/>
                  </a:lnTo>
                  <a:lnTo>
                    <a:pt x="780633" y="888999"/>
                  </a:lnTo>
                  <a:lnTo>
                    <a:pt x="753200" y="850899"/>
                  </a:lnTo>
                  <a:lnTo>
                    <a:pt x="723209" y="812799"/>
                  </a:lnTo>
                  <a:lnTo>
                    <a:pt x="691171" y="774699"/>
                  </a:lnTo>
                  <a:lnTo>
                    <a:pt x="657598" y="736599"/>
                  </a:lnTo>
                  <a:lnTo>
                    <a:pt x="627636" y="711199"/>
                  </a:lnTo>
                  <a:lnTo>
                    <a:pt x="597203" y="673099"/>
                  </a:lnTo>
                  <a:lnTo>
                    <a:pt x="566050" y="634999"/>
                  </a:lnTo>
                  <a:lnTo>
                    <a:pt x="533927" y="596899"/>
                  </a:lnTo>
                  <a:lnTo>
                    <a:pt x="500584" y="558799"/>
                  </a:lnTo>
                  <a:lnTo>
                    <a:pt x="467133" y="533399"/>
                  </a:lnTo>
                  <a:lnTo>
                    <a:pt x="433260" y="495299"/>
                  </a:lnTo>
                  <a:lnTo>
                    <a:pt x="399239" y="469899"/>
                  </a:lnTo>
                  <a:lnTo>
                    <a:pt x="365345" y="431799"/>
                  </a:lnTo>
                  <a:lnTo>
                    <a:pt x="331850" y="393699"/>
                  </a:lnTo>
                  <a:lnTo>
                    <a:pt x="297300" y="368299"/>
                  </a:lnTo>
                  <a:lnTo>
                    <a:pt x="264223" y="330199"/>
                  </a:lnTo>
                  <a:lnTo>
                    <a:pt x="232239" y="292099"/>
                  </a:lnTo>
                  <a:lnTo>
                    <a:pt x="200971" y="253999"/>
                  </a:lnTo>
                  <a:lnTo>
                    <a:pt x="170040" y="228599"/>
                  </a:lnTo>
                  <a:lnTo>
                    <a:pt x="131328" y="190499"/>
                  </a:lnTo>
                  <a:lnTo>
                    <a:pt x="93496" y="152399"/>
                  </a:lnTo>
                  <a:lnTo>
                    <a:pt x="58017" y="114299"/>
                  </a:lnTo>
                  <a:lnTo>
                    <a:pt x="26361" y="88899"/>
                  </a:lnTo>
                  <a:lnTo>
                    <a:pt x="0" y="50799"/>
                  </a:lnTo>
                  <a:lnTo>
                    <a:pt x="3434069" y="50799"/>
                  </a:lnTo>
                  <a:lnTo>
                    <a:pt x="3570080" y="38099"/>
                  </a:lnTo>
                  <a:lnTo>
                    <a:pt x="4396477" y="38099"/>
                  </a:lnTo>
                  <a:lnTo>
                    <a:pt x="4443218" y="25399"/>
                  </a:lnTo>
                  <a:lnTo>
                    <a:pt x="4855965" y="25399"/>
                  </a:lnTo>
                  <a:lnTo>
                    <a:pt x="4902587" y="12699"/>
                  </a:lnTo>
                  <a:lnTo>
                    <a:pt x="8714653" y="12699"/>
                  </a:lnTo>
                  <a:lnTo>
                    <a:pt x="8711712" y="25399"/>
                  </a:lnTo>
                  <a:lnTo>
                    <a:pt x="8695988" y="50799"/>
                  </a:lnTo>
                  <a:lnTo>
                    <a:pt x="8668856" y="101599"/>
                  </a:lnTo>
                  <a:lnTo>
                    <a:pt x="8631689" y="152399"/>
                  </a:lnTo>
                  <a:lnTo>
                    <a:pt x="8585862" y="203199"/>
                  </a:lnTo>
                  <a:lnTo>
                    <a:pt x="8558356" y="241299"/>
                  </a:lnTo>
                  <a:lnTo>
                    <a:pt x="8529226" y="279399"/>
                  </a:lnTo>
                  <a:lnTo>
                    <a:pt x="8498660" y="304799"/>
                  </a:lnTo>
                  <a:lnTo>
                    <a:pt x="8466843" y="342899"/>
                  </a:lnTo>
                  <a:lnTo>
                    <a:pt x="8433961" y="380999"/>
                  </a:lnTo>
                  <a:lnTo>
                    <a:pt x="8403522" y="419099"/>
                  </a:lnTo>
                  <a:lnTo>
                    <a:pt x="8310732" y="533399"/>
                  </a:lnTo>
                  <a:lnTo>
                    <a:pt x="8279670" y="558799"/>
                  </a:lnTo>
                  <a:lnTo>
                    <a:pt x="8214255" y="634999"/>
                  </a:lnTo>
                  <a:lnTo>
                    <a:pt x="8182210" y="673099"/>
                  </a:lnTo>
                  <a:lnTo>
                    <a:pt x="8151266" y="711199"/>
                  </a:lnTo>
                  <a:lnTo>
                    <a:pt x="8121918" y="736599"/>
                  </a:lnTo>
                  <a:lnTo>
                    <a:pt x="8084258" y="787399"/>
                  </a:lnTo>
                  <a:lnTo>
                    <a:pt x="8048829" y="825499"/>
                  </a:lnTo>
                  <a:lnTo>
                    <a:pt x="8016699" y="863599"/>
                  </a:lnTo>
                  <a:lnTo>
                    <a:pt x="7988936" y="888999"/>
                  </a:lnTo>
                  <a:lnTo>
                    <a:pt x="7966608" y="927099"/>
                  </a:lnTo>
                  <a:lnTo>
                    <a:pt x="7989396" y="952499"/>
                  </a:lnTo>
                  <a:lnTo>
                    <a:pt x="8016012" y="990599"/>
                  </a:lnTo>
                  <a:lnTo>
                    <a:pt x="8046043" y="1015999"/>
                  </a:lnTo>
                  <a:lnTo>
                    <a:pt x="8079080" y="1054099"/>
                  </a:lnTo>
                  <a:lnTo>
                    <a:pt x="8114710" y="1104899"/>
                  </a:lnTo>
                  <a:lnTo>
                    <a:pt x="8144155" y="1130299"/>
                  </a:lnTo>
                  <a:lnTo>
                    <a:pt x="8175594" y="1168399"/>
                  </a:lnTo>
                  <a:lnTo>
                    <a:pt x="8208215" y="1193799"/>
                  </a:lnTo>
                  <a:lnTo>
                    <a:pt x="8241204" y="1231899"/>
                  </a:lnTo>
                  <a:lnTo>
                    <a:pt x="8273751" y="1269999"/>
                  </a:lnTo>
                  <a:lnTo>
                    <a:pt x="8304944" y="1295399"/>
                  </a:lnTo>
                  <a:lnTo>
                    <a:pt x="8368899" y="1371599"/>
                  </a:lnTo>
                  <a:lnTo>
                    <a:pt x="8400507" y="1396999"/>
                  </a:lnTo>
                  <a:lnTo>
                    <a:pt x="8431098" y="1435099"/>
                  </a:lnTo>
                  <a:lnTo>
                    <a:pt x="8462675" y="1473199"/>
                  </a:lnTo>
                  <a:lnTo>
                    <a:pt x="8492015" y="1511299"/>
                  </a:lnTo>
                  <a:lnTo>
                    <a:pt x="8519775" y="1549399"/>
                  </a:lnTo>
                  <a:lnTo>
                    <a:pt x="8546612" y="1574799"/>
                  </a:lnTo>
                  <a:lnTo>
                    <a:pt x="8573184" y="1612899"/>
                  </a:lnTo>
                  <a:lnTo>
                    <a:pt x="8615833" y="1663699"/>
                  </a:lnTo>
                  <a:lnTo>
                    <a:pt x="8652955" y="1701799"/>
                  </a:lnTo>
                  <a:lnTo>
                    <a:pt x="8683023" y="1739899"/>
                  </a:lnTo>
                  <a:lnTo>
                    <a:pt x="8704510" y="1777999"/>
                  </a:lnTo>
                  <a:lnTo>
                    <a:pt x="8715890" y="1790699"/>
                  </a:lnTo>
                  <a:lnTo>
                    <a:pt x="8675038" y="1790699"/>
                  </a:lnTo>
                  <a:lnTo>
                    <a:pt x="8631416" y="1803399"/>
                  </a:lnTo>
                  <a:lnTo>
                    <a:pt x="8305264" y="1803399"/>
                  </a:lnTo>
                  <a:lnTo>
                    <a:pt x="8256478" y="1816099"/>
                  </a:lnTo>
                  <a:lnTo>
                    <a:pt x="7478154" y="1816099"/>
                  </a:lnTo>
                  <a:lnTo>
                    <a:pt x="7432323" y="1828799"/>
                  </a:lnTo>
                  <a:lnTo>
                    <a:pt x="6146761" y="1828799"/>
                  </a:lnTo>
                  <a:lnTo>
                    <a:pt x="6101073" y="1841499"/>
                  </a:lnTo>
                  <a:close/>
                </a:path>
                <a:path w="8716010" h="1854200">
                  <a:moveTo>
                    <a:pt x="8715890" y="1790699"/>
                  </a:moveTo>
                  <a:lnTo>
                    <a:pt x="8704510" y="1777999"/>
                  </a:lnTo>
                  <a:lnTo>
                    <a:pt x="8683023" y="1739899"/>
                  </a:lnTo>
                  <a:lnTo>
                    <a:pt x="8652955" y="1701799"/>
                  </a:lnTo>
                  <a:lnTo>
                    <a:pt x="8615833" y="1663699"/>
                  </a:lnTo>
                  <a:lnTo>
                    <a:pt x="8573184" y="1612899"/>
                  </a:lnTo>
                  <a:lnTo>
                    <a:pt x="8546612" y="1574799"/>
                  </a:lnTo>
                  <a:lnTo>
                    <a:pt x="8519775" y="1549399"/>
                  </a:lnTo>
                  <a:lnTo>
                    <a:pt x="8492015" y="1511299"/>
                  </a:lnTo>
                  <a:lnTo>
                    <a:pt x="8462675" y="1473199"/>
                  </a:lnTo>
                  <a:lnTo>
                    <a:pt x="8431098" y="1435099"/>
                  </a:lnTo>
                  <a:lnTo>
                    <a:pt x="8400507" y="1396999"/>
                  </a:lnTo>
                  <a:lnTo>
                    <a:pt x="8368899" y="1371599"/>
                  </a:lnTo>
                  <a:lnTo>
                    <a:pt x="8304944" y="1295399"/>
                  </a:lnTo>
                  <a:lnTo>
                    <a:pt x="8273751" y="1269999"/>
                  </a:lnTo>
                  <a:lnTo>
                    <a:pt x="8241204" y="1231899"/>
                  </a:lnTo>
                  <a:lnTo>
                    <a:pt x="8208215" y="1193799"/>
                  </a:lnTo>
                  <a:lnTo>
                    <a:pt x="8175594" y="1168399"/>
                  </a:lnTo>
                  <a:lnTo>
                    <a:pt x="8144155" y="1130299"/>
                  </a:lnTo>
                  <a:lnTo>
                    <a:pt x="8114710" y="1104899"/>
                  </a:lnTo>
                  <a:lnTo>
                    <a:pt x="8079080" y="1054099"/>
                  </a:lnTo>
                  <a:lnTo>
                    <a:pt x="8046043" y="1015999"/>
                  </a:lnTo>
                  <a:lnTo>
                    <a:pt x="8016012" y="990599"/>
                  </a:lnTo>
                  <a:lnTo>
                    <a:pt x="7989396" y="952499"/>
                  </a:lnTo>
                  <a:lnTo>
                    <a:pt x="7966608" y="927099"/>
                  </a:lnTo>
                  <a:lnTo>
                    <a:pt x="7988936" y="888999"/>
                  </a:lnTo>
                  <a:lnTo>
                    <a:pt x="8016699" y="863599"/>
                  </a:lnTo>
                  <a:lnTo>
                    <a:pt x="8048829" y="825499"/>
                  </a:lnTo>
                  <a:lnTo>
                    <a:pt x="8084258" y="787399"/>
                  </a:lnTo>
                  <a:lnTo>
                    <a:pt x="8121918" y="736599"/>
                  </a:lnTo>
                  <a:lnTo>
                    <a:pt x="8151266" y="711199"/>
                  </a:lnTo>
                  <a:lnTo>
                    <a:pt x="8182210" y="673099"/>
                  </a:lnTo>
                  <a:lnTo>
                    <a:pt x="8214255" y="634999"/>
                  </a:lnTo>
                  <a:lnTo>
                    <a:pt x="8279670" y="558799"/>
                  </a:lnTo>
                  <a:lnTo>
                    <a:pt x="8310732" y="533399"/>
                  </a:lnTo>
                  <a:lnTo>
                    <a:pt x="8403522" y="419099"/>
                  </a:lnTo>
                  <a:lnTo>
                    <a:pt x="8433961" y="380999"/>
                  </a:lnTo>
                  <a:lnTo>
                    <a:pt x="8466843" y="342899"/>
                  </a:lnTo>
                  <a:lnTo>
                    <a:pt x="8498660" y="304799"/>
                  </a:lnTo>
                  <a:lnTo>
                    <a:pt x="8529226" y="279399"/>
                  </a:lnTo>
                  <a:lnTo>
                    <a:pt x="8558356" y="241299"/>
                  </a:lnTo>
                  <a:lnTo>
                    <a:pt x="8585862" y="203199"/>
                  </a:lnTo>
                  <a:lnTo>
                    <a:pt x="8631689" y="152399"/>
                  </a:lnTo>
                  <a:lnTo>
                    <a:pt x="8668856" y="101599"/>
                  </a:lnTo>
                  <a:lnTo>
                    <a:pt x="8695988" y="50799"/>
                  </a:lnTo>
                  <a:lnTo>
                    <a:pt x="8711712" y="25399"/>
                  </a:lnTo>
                  <a:lnTo>
                    <a:pt x="8714653" y="12699"/>
                  </a:lnTo>
                  <a:lnTo>
                    <a:pt x="8711712" y="25399"/>
                  </a:lnTo>
                  <a:lnTo>
                    <a:pt x="8695988" y="50799"/>
                  </a:lnTo>
                  <a:lnTo>
                    <a:pt x="8668857" y="101599"/>
                  </a:lnTo>
                  <a:lnTo>
                    <a:pt x="8631691" y="152399"/>
                  </a:lnTo>
                  <a:lnTo>
                    <a:pt x="8585865" y="203199"/>
                  </a:lnTo>
                  <a:lnTo>
                    <a:pt x="8558359" y="241299"/>
                  </a:lnTo>
                  <a:lnTo>
                    <a:pt x="8529229" y="279399"/>
                  </a:lnTo>
                  <a:lnTo>
                    <a:pt x="8498663" y="304799"/>
                  </a:lnTo>
                  <a:lnTo>
                    <a:pt x="8466845" y="342899"/>
                  </a:lnTo>
                  <a:lnTo>
                    <a:pt x="8433963" y="380999"/>
                  </a:lnTo>
                  <a:lnTo>
                    <a:pt x="8403525" y="419099"/>
                  </a:lnTo>
                  <a:lnTo>
                    <a:pt x="8310735" y="533399"/>
                  </a:lnTo>
                  <a:lnTo>
                    <a:pt x="8279673" y="558799"/>
                  </a:lnTo>
                  <a:lnTo>
                    <a:pt x="8214257" y="634999"/>
                  </a:lnTo>
                  <a:lnTo>
                    <a:pt x="8182212" y="673099"/>
                  </a:lnTo>
                  <a:lnTo>
                    <a:pt x="8151268" y="711199"/>
                  </a:lnTo>
                  <a:lnTo>
                    <a:pt x="8121920" y="736599"/>
                  </a:lnTo>
                  <a:lnTo>
                    <a:pt x="8084261" y="787399"/>
                  </a:lnTo>
                  <a:lnTo>
                    <a:pt x="8048831" y="825499"/>
                  </a:lnTo>
                  <a:lnTo>
                    <a:pt x="8016700" y="863599"/>
                  </a:lnTo>
                  <a:lnTo>
                    <a:pt x="7988937" y="888999"/>
                  </a:lnTo>
                  <a:lnTo>
                    <a:pt x="7966611" y="927099"/>
                  </a:lnTo>
                  <a:lnTo>
                    <a:pt x="7989399" y="952499"/>
                  </a:lnTo>
                  <a:lnTo>
                    <a:pt x="8016014" y="990599"/>
                  </a:lnTo>
                  <a:lnTo>
                    <a:pt x="8046045" y="1015999"/>
                  </a:lnTo>
                  <a:lnTo>
                    <a:pt x="8079082" y="1054099"/>
                  </a:lnTo>
                  <a:lnTo>
                    <a:pt x="8114713" y="1104899"/>
                  </a:lnTo>
                  <a:lnTo>
                    <a:pt x="8144159" y="1130299"/>
                  </a:lnTo>
                  <a:lnTo>
                    <a:pt x="8175598" y="1168399"/>
                  </a:lnTo>
                  <a:lnTo>
                    <a:pt x="8208220" y="1193799"/>
                  </a:lnTo>
                  <a:lnTo>
                    <a:pt x="8241210" y="1231899"/>
                  </a:lnTo>
                  <a:lnTo>
                    <a:pt x="8273757" y="1269999"/>
                  </a:lnTo>
                  <a:lnTo>
                    <a:pt x="8304950" y="1295399"/>
                  </a:lnTo>
                  <a:lnTo>
                    <a:pt x="8368906" y="1371599"/>
                  </a:lnTo>
                  <a:lnTo>
                    <a:pt x="8400515" y="1396999"/>
                  </a:lnTo>
                  <a:lnTo>
                    <a:pt x="8431107" y="1435099"/>
                  </a:lnTo>
                  <a:lnTo>
                    <a:pt x="8462683" y="1473199"/>
                  </a:lnTo>
                  <a:lnTo>
                    <a:pt x="8492023" y="1511299"/>
                  </a:lnTo>
                  <a:lnTo>
                    <a:pt x="8519783" y="1549399"/>
                  </a:lnTo>
                  <a:lnTo>
                    <a:pt x="8546620" y="1574799"/>
                  </a:lnTo>
                  <a:lnTo>
                    <a:pt x="8573193" y="1612899"/>
                  </a:lnTo>
                  <a:lnTo>
                    <a:pt x="8615838" y="1663699"/>
                  </a:lnTo>
                  <a:lnTo>
                    <a:pt x="8652957" y="1701799"/>
                  </a:lnTo>
                  <a:lnTo>
                    <a:pt x="8683024" y="1739899"/>
                  </a:lnTo>
                  <a:lnTo>
                    <a:pt x="8704510" y="1777999"/>
                  </a:lnTo>
                  <a:lnTo>
                    <a:pt x="8715890" y="1790699"/>
                  </a:lnTo>
                  <a:close/>
                </a:path>
                <a:path w="8716010" h="1854200">
                  <a:moveTo>
                    <a:pt x="1695924" y="50799"/>
                  </a:moveTo>
                  <a:lnTo>
                    <a:pt x="1513204" y="50799"/>
                  </a:lnTo>
                  <a:lnTo>
                    <a:pt x="1559283" y="38099"/>
                  </a:lnTo>
                  <a:lnTo>
                    <a:pt x="1650646" y="38099"/>
                  </a:lnTo>
                  <a:lnTo>
                    <a:pt x="1695924" y="50799"/>
                  </a:lnTo>
                  <a:close/>
                </a:path>
                <a:path w="8716010" h="1854200">
                  <a:moveTo>
                    <a:pt x="2838526" y="50799"/>
                  </a:moveTo>
                  <a:lnTo>
                    <a:pt x="2655685" y="50799"/>
                  </a:lnTo>
                  <a:lnTo>
                    <a:pt x="2701815" y="38099"/>
                  </a:lnTo>
                  <a:lnTo>
                    <a:pt x="2793248" y="38099"/>
                  </a:lnTo>
                  <a:lnTo>
                    <a:pt x="2838526" y="50799"/>
                  </a:lnTo>
                  <a:close/>
                </a:path>
                <a:path w="8716010" h="1854200">
                  <a:moveTo>
                    <a:pt x="3341424" y="50799"/>
                  </a:moveTo>
                  <a:lnTo>
                    <a:pt x="3158918" y="50799"/>
                  </a:lnTo>
                  <a:lnTo>
                    <a:pt x="3205472" y="38099"/>
                  </a:lnTo>
                  <a:lnTo>
                    <a:pt x="3295705" y="38099"/>
                  </a:lnTo>
                  <a:lnTo>
                    <a:pt x="3341424" y="50799"/>
                  </a:lnTo>
                  <a:close/>
                </a:path>
                <a:path w="8716010" h="1854200">
                  <a:moveTo>
                    <a:pt x="657598" y="736599"/>
                  </a:moveTo>
                  <a:lnTo>
                    <a:pt x="627635" y="711199"/>
                  </a:lnTo>
                  <a:lnTo>
                    <a:pt x="597203" y="673099"/>
                  </a:lnTo>
                  <a:lnTo>
                    <a:pt x="566049" y="634999"/>
                  </a:lnTo>
                  <a:lnTo>
                    <a:pt x="533925" y="596899"/>
                  </a:lnTo>
                  <a:lnTo>
                    <a:pt x="500581" y="558799"/>
                  </a:lnTo>
                  <a:lnTo>
                    <a:pt x="467130" y="533399"/>
                  </a:lnTo>
                  <a:lnTo>
                    <a:pt x="433257" y="495299"/>
                  </a:lnTo>
                  <a:lnTo>
                    <a:pt x="399236" y="469899"/>
                  </a:lnTo>
                  <a:lnTo>
                    <a:pt x="365342" y="431799"/>
                  </a:lnTo>
                  <a:lnTo>
                    <a:pt x="331847" y="393699"/>
                  </a:lnTo>
                  <a:lnTo>
                    <a:pt x="297297" y="368299"/>
                  </a:lnTo>
                  <a:lnTo>
                    <a:pt x="264219" y="330199"/>
                  </a:lnTo>
                  <a:lnTo>
                    <a:pt x="232236" y="292099"/>
                  </a:lnTo>
                  <a:lnTo>
                    <a:pt x="200968" y="253999"/>
                  </a:lnTo>
                  <a:lnTo>
                    <a:pt x="170037" y="228599"/>
                  </a:lnTo>
                  <a:lnTo>
                    <a:pt x="131326" y="190499"/>
                  </a:lnTo>
                  <a:lnTo>
                    <a:pt x="93496" y="152399"/>
                  </a:lnTo>
                  <a:lnTo>
                    <a:pt x="58017" y="114299"/>
                  </a:lnTo>
                  <a:lnTo>
                    <a:pt x="26361" y="88899"/>
                  </a:lnTo>
                  <a:lnTo>
                    <a:pt x="0" y="50799"/>
                  </a:lnTo>
                  <a:lnTo>
                    <a:pt x="26361" y="88899"/>
                  </a:lnTo>
                  <a:lnTo>
                    <a:pt x="58017" y="114299"/>
                  </a:lnTo>
                  <a:lnTo>
                    <a:pt x="93496" y="152399"/>
                  </a:lnTo>
                  <a:lnTo>
                    <a:pt x="131328" y="190499"/>
                  </a:lnTo>
                  <a:lnTo>
                    <a:pt x="170040" y="228599"/>
                  </a:lnTo>
                  <a:lnTo>
                    <a:pt x="200971" y="253999"/>
                  </a:lnTo>
                  <a:lnTo>
                    <a:pt x="232239" y="292099"/>
                  </a:lnTo>
                  <a:lnTo>
                    <a:pt x="264223" y="330199"/>
                  </a:lnTo>
                  <a:lnTo>
                    <a:pt x="297300" y="368299"/>
                  </a:lnTo>
                  <a:lnTo>
                    <a:pt x="331850" y="393699"/>
                  </a:lnTo>
                  <a:lnTo>
                    <a:pt x="365345" y="431799"/>
                  </a:lnTo>
                  <a:lnTo>
                    <a:pt x="399239" y="469899"/>
                  </a:lnTo>
                  <a:lnTo>
                    <a:pt x="433260" y="495299"/>
                  </a:lnTo>
                  <a:lnTo>
                    <a:pt x="467133" y="533399"/>
                  </a:lnTo>
                  <a:lnTo>
                    <a:pt x="500584" y="558799"/>
                  </a:lnTo>
                  <a:lnTo>
                    <a:pt x="533927" y="596899"/>
                  </a:lnTo>
                  <a:lnTo>
                    <a:pt x="566050" y="634999"/>
                  </a:lnTo>
                  <a:lnTo>
                    <a:pt x="597203" y="673099"/>
                  </a:lnTo>
                  <a:lnTo>
                    <a:pt x="627636" y="711199"/>
                  </a:lnTo>
                  <a:lnTo>
                    <a:pt x="657598" y="736599"/>
                  </a:lnTo>
                  <a:close/>
                </a:path>
                <a:path w="8716010" h="1854200">
                  <a:moveTo>
                    <a:pt x="7797870" y="1828799"/>
                  </a:moveTo>
                  <a:lnTo>
                    <a:pt x="7753219" y="1828799"/>
                  </a:lnTo>
                  <a:lnTo>
                    <a:pt x="7707914" y="1816099"/>
                  </a:lnTo>
                  <a:lnTo>
                    <a:pt x="7845307" y="1816099"/>
                  </a:lnTo>
                  <a:lnTo>
                    <a:pt x="7797870" y="1828799"/>
                  </a:lnTo>
                  <a:close/>
                </a:path>
                <a:path w="8716010" h="1854200">
                  <a:moveTo>
                    <a:pt x="8027381" y="1828799"/>
                  </a:moveTo>
                  <a:lnTo>
                    <a:pt x="7892001" y="1828799"/>
                  </a:lnTo>
                  <a:lnTo>
                    <a:pt x="7845307" y="1816099"/>
                  </a:lnTo>
                  <a:lnTo>
                    <a:pt x="8075269" y="1816099"/>
                  </a:lnTo>
                  <a:lnTo>
                    <a:pt x="8027381" y="1828799"/>
                  </a:lnTo>
                  <a:close/>
                </a:path>
                <a:path w="8716010" h="1854200">
                  <a:moveTo>
                    <a:pt x="6651003" y="1841499"/>
                  </a:moveTo>
                  <a:lnTo>
                    <a:pt x="6284662" y="1841499"/>
                  </a:lnTo>
                  <a:lnTo>
                    <a:pt x="6238564" y="1828799"/>
                  </a:lnTo>
                  <a:lnTo>
                    <a:pt x="6697437" y="1828799"/>
                  </a:lnTo>
                  <a:lnTo>
                    <a:pt x="6651003" y="1841499"/>
                  </a:lnTo>
                  <a:close/>
                </a:path>
                <a:path w="8716010" h="1854200">
                  <a:moveTo>
                    <a:pt x="1233420" y="1854199"/>
                  </a:moveTo>
                  <a:lnTo>
                    <a:pt x="1143561" y="1854199"/>
                  </a:lnTo>
                  <a:lnTo>
                    <a:pt x="913937" y="1841499"/>
                  </a:lnTo>
                  <a:lnTo>
                    <a:pt x="1279323" y="1841499"/>
                  </a:lnTo>
                  <a:lnTo>
                    <a:pt x="1233420" y="1854199"/>
                  </a:lnTo>
                  <a:close/>
                </a:path>
                <a:path w="8716010" h="1854200">
                  <a:moveTo>
                    <a:pt x="2565933" y="1854199"/>
                  </a:moveTo>
                  <a:lnTo>
                    <a:pt x="2244444" y="1854199"/>
                  </a:lnTo>
                  <a:lnTo>
                    <a:pt x="2198245" y="1841499"/>
                  </a:lnTo>
                  <a:lnTo>
                    <a:pt x="2611627" y="1841499"/>
                  </a:lnTo>
                  <a:lnTo>
                    <a:pt x="2565933" y="1854199"/>
                  </a:lnTo>
                  <a:close/>
                </a:path>
                <a:path w="8716010" h="1854200">
                  <a:moveTo>
                    <a:pt x="3070773" y="1854199"/>
                  </a:moveTo>
                  <a:lnTo>
                    <a:pt x="2887107" y="1854199"/>
                  </a:lnTo>
                  <a:lnTo>
                    <a:pt x="2841211" y="1841499"/>
                  </a:lnTo>
                  <a:lnTo>
                    <a:pt x="3116677" y="1841499"/>
                  </a:lnTo>
                  <a:lnTo>
                    <a:pt x="3070773" y="1854199"/>
                  </a:lnTo>
                  <a:close/>
                </a:path>
                <a:path w="8716010" h="1854200">
                  <a:moveTo>
                    <a:pt x="3759680" y="1854199"/>
                  </a:moveTo>
                  <a:lnTo>
                    <a:pt x="3529996" y="1854199"/>
                  </a:lnTo>
                  <a:lnTo>
                    <a:pt x="3484157" y="1841499"/>
                  </a:lnTo>
                  <a:lnTo>
                    <a:pt x="3805598" y="1841499"/>
                  </a:lnTo>
                  <a:lnTo>
                    <a:pt x="3759680" y="1854199"/>
                  </a:lnTo>
                  <a:close/>
                </a:path>
                <a:path w="8716010" h="1854200">
                  <a:moveTo>
                    <a:pt x="5091212" y="1854199"/>
                  </a:moveTo>
                  <a:lnTo>
                    <a:pt x="4310769" y="1854199"/>
                  </a:lnTo>
                  <a:lnTo>
                    <a:pt x="4264836" y="1841499"/>
                  </a:lnTo>
                  <a:lnTo>
                    <a:pt x="5137157" y="1841499"/>
                  </a:lnTo>
                  <a:lnTo>
                    <a:pt x="5091212" y="1854199"/>
                  </a:lnTo>
                  <a:close/>
                </a:path>
              </a:pathLst>
            </a:custGeom>
            <a:solidFill>
              <a:srgbClr val="DD9A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70452" y="862589"/>
              <a:ext cx="8747760" cy="1892300"/>
            </a:xfrm>
            <a:custGeom>
              <a:avLst/>
              <a:gdLst/>
              <a:ahLst/>
              <a:cxnLst/>
              <a:rect l="l" t="t" r="r" b="b"/>
              <a:pathLst>
                <a:path w="8747760" h="1892300">
                  <a:moveTo>
                    <a:pt x="7233192" y="12699"/>
                  </a:moveTo>
                  <a:lnTo>
                    <a:pt x="5484376" y="12699"/>
                  </a:lnTo>
                  <a:lnTo>
                    <a:pt x="5590777" y="0"/>
                  </a:lnTo>
                  <a:lnTo>
                    <a:pt x="7179777" y="0"/>
                  </a:lnTo>
                  <a:lnTo>
                    <a:pt x="7233192" y="12699"/>
                  </a:lnTo>
                  <a:close/>
                </a:path>
                <a:path w="8747760" h="1892300">
                  <a:moveTo>
                    <a:pt x="8194361" y="12699"/>
                  </a:moveTo>
                  <a:lnTo>
                    <a:pt x="7393302" y="12699"/>
                  </a:lnTo>
                  <a:lnTo>
                    <a:pt x="7500064" y="0"/>
                  </a:lnTo>
                  <a:lnTo>
                    <a:pt x="8140996" y="0"/>
                  </a:lnTo>
                  <a:lnTo>
                    <a:pt x="8194361" y="12699"/>
                  </a:lnTo>
                  <a:close/>
                </a:path>
                <a:path w="8747760" h="1892300">
                  <a:moveTo>
                    <a:pt x="8741809" y="25399"/>
                  </a:moveTo>
                  <a:lnTo>
                    <a:pt x="5112108" y="25399"/>
                  </a:lnTo>
                  <a:lnTo>
                    <a:pt x="5165210" y="12699"/>
                  </a:lnTo>
                  <a:lnTo>
                    <a:pt x="8734476" y="12699"/>
                  </a:lnTo>
                  <a:lnTo>
                    <a:pt x="8741809" y="25399"/>
                  </a:lnTo>
                  <a:close/>
                </a:path>
                <a:path w="8747760" h="1892300">
                  <a:moveTo>
                    <a:pt x="5713177" y="38099"/>
                  </a:moveTo>
                  <a:lnTo>
                    <a:pt x="4419457" y="38099"/>
                  </a:lnTo>
                  <a:lnTo>
                    <a:pt x="4473054" y="25399"/>
                  </a:lnTo>
                  <a:lnTo>
                    <a:pt x="5763292" y="25399"/>
                  </a:lnTo>
                  <a:lnTo>
                    <a:pt x="5713177" y="38099"/>
                  </a:lnTo>
                  <a:close/>
                </a:path>
                <a:path w="8747760" h="1892300">
                  <a:moveTo>
                    <a:pt x="7553323" y="38099"/>
                  </a:moveTo>
                  <a:lnTo>
                    <a:pt x="6806375" y="38099"/>
                  </a:lnTo>
                  <a:lnTo>
                    <a:pt x="6754200" y="25399"/>
                  </a:lnTo>
                  <a:lnTo>
                    <a:pt x="7606710" y="25399"/>
                  </a:lnTo>
                  <a:lnTo>
                    <a:pt x="7553323" y="38099"/>
                  </a:lnTo>
                  <a:close/>
                </a:path>
                <a:path w="8747760" h="1892300">
                  <a:moveTo>
                    <a:pt x="7980667" y="38099"/>
                  </a:moveTo>
                  <a:lnTo>
                    <a:pt x="7660168" y="38099"/>
                  </a:lnTo>
                  <a:lnTo>
                    <a:pt x="7606710" y="25399"/>
                  </a:lnTo>
                  <a:lnTo>
                    <a:pt x="8034101" y="25399"/>
                  </a:lnTo>
                  <a:lnTo>
                    <a:pt x="7980667" y="38099"/>
                  </a:lnTo>
                  <a:close/>
                </a:path>
                <a:path w="8747760" h="1892300">
                  <a:moveTo>
                    <a:pt x="8742105" y="1803399"/>
                  </a:moveTo>
                  <a:lnTo>
                    <a:pt x="8615057" y="1803399"/>
                  </a:lnTo>
                  <a:lnTo>
                    <a:pt x="8659439" y="1790699"/>
                  </a:lnTo>
                  <a:lnTo>
                    <a:pt x="8703829" y="1790699"/>
                  </a:lnTo>
                  <a:lnTo>
                    <a:pt x="8675179" y="1739899"/>
                  </a:lnTo>
                  <a:lnTo>
                    <a:pt x="8640157" y="1701799"/>
                  </a:lnTo>
                  <a:lnTo>
                    <a:pt x="8602543" y="1650999"/>
                  </a:lnTo>
                  <a:lnTo>
                    <a:pt x="8566114" y="1612899"/>
                  </a:lnTo>
                  <a:lnTo>
                    <a:pt x="8500826" y="1536699"/>
                  </a:lnTo>
                  <a:lnTo>
                    <a:pt x="8467741" y="1498599"/>
                  </a:lnTo>
                  <a:lnTo>
                    <a:pt x="8434011" y="1460499"/>
                  </a:lnTo>
                  <a:lnTo>
                    <a:pt x="8399372" y="1422399"/>
                  </a:lnTo>
                  <a:lnTo>
                    <a:pt x="8363561" y="1396999"/>
                  </a:lnTo>
                  <a:lnTo>
                    <a:pt x="8328428" y="1358899"/>
                  </a:lnTo>
                  <a:lnTo>
                    <a:pt x="8294948" y="1320799"/>
                  </a:lnTo>
                  <a:lnTo>
                    <a:pt x="8262820" y="1282699"/>
                  </a:lnTo>
                  <a:lnTo>
                    <a:pt x="8231741" y="1257299"/>
                  </a:lnTo>
                  <a:lnTo>
                    <a:pt x="8201410" y="1219199"/>
                  </a:lnTo>
                  <a:lnTo>
                    <a:pt x="8171527" y="1181099"/>
                  </a:lnTo>
                  <a:lnTo>
                    <a:pt x="8140741" y="1142999"/>
                  </a:lnTo>
                  <a:lnTo>
                    <a:pt x="8108462" y="1104899"/>
                  </a:lnTo>
                  <a:lnTo>
                    <a:pt x="8042078" y="1028699"/>
                  </a:lnTo>
                  <a:lnTo>
                    <a:pt x="8009299" y="990599"/>
                  </a:lnTo>
                  <a:lnTo>
                    <a:pt x="7977681" y="952499"/>
                  </a:lnTo>
                  <a:lnTo>
                    <a:pt x="7973521" y="952499"/>
                  </a:lnTo>
                  <a:lnTo>
                    <a:pt x="7970581" y="939799"/>
                  </a:lnTo>
                  <a:lnTo>
                    <a:pt x="8005317" y="888999"/>
                  </a:lnTo>
                  <a:lnTo>
                    <a:pt x="8036104" y="850899"/>
                  </a:lnTo>
                  <a:lnTo>
                    <a:pt x="8067454" y="812799"/>
                  </a:lnTo>
                  <a:lnTo>
                    <a:pt x="8099304" y="774699"/>
                  </a:lnTo>
                  <a:lnTo>
                    <a:pt x="8131591" y="736599"/>
                  </a:lnTo>
                  <a:lnTo>
                    <a:pt x="8164252" y="698499"/>
                  </a:lnTo>
                  <a:lnTo>
                    <a:pt x="8197222" y="660399"/>
                  </a:lnTo>
                  <a:lnTo>
                    <a:pt x="8330941" y="507999"/>
                  </a:lnTo>
                  <a:lnTo>
                    <a:pt x="8396261" y="444499"/>
                  </a:lnTo>
                  <a:lnTo>
                    <a:pt x="8459681" y="368299"/>
                  </a:lnTo>
                  <a:lnTo>
                    <a:pt x="8522454" y="292099"/>
                  </a:lnTo>
                  <a:lnTo>
                    <a:pt x="8553393" y="266699"/>
                  </a:lnTo>
                  <a:lnTo>
                    <a:pt x="8583924" y="228599"/>
                  </a:lnTo>
                  <a:lnTo>
                    <a:pt x="8608168" y="190499"/>
                  </a:lnTo>
                  <a:lnTo>
                    <a:pt x="8631855" y="165099"/>
                  </a:lnTo>
                  <a:lnTo>
                    <a:pt x="8654771" y="139699"/>
                  </a:lnTo>
                  <a:lnTo>
                    <a:pt x="8684015" y="88899"/>
                  </a:lnTo>
                  <a:lnTo>
                    <a:pt x="8693893" y="76199"/>
                  </a:lnTo>
                  <a:lnTo>
                    <a:pt x="8703629" y="63499"/>
                  </a:lnTo>
                  <a:lnTo>
                    <a:pt x="8710511" y="50799"/>
                  </a:lnTo>
                  <a:lnTo>
                    <a:pt x="8354669" y="50799"/>
                  </a:lnTo>
                  <a:lnTo>
                    <a:pt x="8301247" y="38099"/>
                  </a:lnTo>
                  <a:lnTo>
                    <a:pt x="8087555" y="38099"/>
                  </a:lnTo>
                  <a:lnTo>
                    <a:pt x="8034101" y="25399"/>
                  </a:lnTo>
                  <a:lnTo>
                    <a:pt x="8743265" y="25399"/>
                  </a:lnTo>
                  <a:lnTo>
                    <a:pt x="8743836" y="38099"/>
                  </a:lnTo>
                  <a:lnTo>
                    <a:pt x="8740887" y="50799"/>
                  </a:lnTo>
                  <a:lnTo>
                    <a:pt x="8735748" y="63499"/>
                  </a:lnTo>
                  <a:lnTo>
                    <a:pt x="8729748" y="76199"/>
                  </a:lnTo>
                  <a:lnTo>
                    <a:pt x="8713901" y="101599"/>
                  </a:lnTo>
                  <a:lnTo>
                    <a:pt x="8696187" y="126999"/>
                  </a:lnTo>
                  <a:lnTo>
                    <a:pt x="8677359" y="165099"/>
                  </a:lnTo>
                  <a:lnTo>
                    <a:pt x="8658171" y="177799"/>
                  </a:lnTo>
                  <a:lnTo>
                    <a:pt x="8624048" y="228599"/>
                  </a:lnTo>
                  <a:lnTo>
                    <a:pt x="8588852" y="266699"/>
                  </a:lnTo>
                  <a:lnTo>
                    <a:pt x="8552892" y="304799"/>
                  </a:lnTo>
                  <a:lnTo>
                    <a:pt x="8516479" y="355599"/>
                  </a:lnTo>
                  <a:lnTo>
                    <a:pt x="8443527" y="431799"/>
                  </a:lnTo>
                  <a:lnTo>
                    <a:pt x="8204740" y="698499"/>
                  </a:lnTo>
                  <a:lnTo>
                    <a:pt x="8171092" y="736599"/>
                  </a:lnTo>
                  <a:lnTo>
                    <a:pt x="8137796" y="774699"/>
                  </a:lnTo>
                  <a:lnTo>
                    <a:pt x="8104933" y="812799"/>
                  </a:lnTo>
                  <a:lnTo>
                    <a:pt x="8072580" y="863599"/>
                  </a:lnTo>
                  <a:lnTo>
                    <a:pt x="8040816" y="901699"/>
                  </a:lnTo>
                  <a:lnTo>
                    <a:pt x="8009721" y="939799"/>
                  </a:lnTo>
                  <a:lnTo>
                    <a:pt x="8045495" y="977899"/>
                  </a:lnTo>
                  <a:lnTo>
                    <a:pt x="8082359" y="1015999"/>
                  </a:lnTo>
                  <a:lnTo>
                    <a:pt x="8119397" y="1066799"/>
                  </a:lnTo>
                  <a:lnTo>
                    <a:pt x="8155693" y="1104899"/>
                  </a:lnTo>
                  <a:lnTo>
                    <a:pt x="8190329" y="1142999"/>
                  </a:lnTo>
                  <a:lnTo>
                    <a:pt x="8242777" y="1219199"/>
                  </a:lnTo>
                  <a:lnTo>
                    <a:pt x="8269743" y="1257299"/>
                  </a:lnTo>
                  <a:lnTo>
                    <a:pt x="8298292" y="1282699"/>
                  </a:lnTo>
                  <a:lnTo>
                    <a:pt x="8324994" y="1308099"/>
                  </a:lnTo>
                  <a:lnTo>
                    <a:pt x="8352651" y="1333499"/>
                  </a:lnTo>
                  <a:lnTo>
                    <a:pt x="8380720" y="1358899"/>
                  </a:lnTo>
                  <a:lnTo>
                    <a:pt x="8408656" y="1396999"/>
                  </a:lnTo>
                  <a:lnTo>
                    <a:pt x="8445582" y="1422399"/>
                  </a:lnTo>
                  <a:lnTo>
                    <a:pt x="8481405" y="1460499"/>
                  </a:lnTo>
                  <a:lnTo>
                    <a:pt x="8516347" y="1511299"/>
                  </a:lnTo>
                  <a:lnTo>
                    <a:pt x="8550630" y="1549399"/>
                  </a:lnTo>
                  <a:lnTo>
                    <a:pt x="8618104" y="1625599"/>
                  </a:lnTo>
                  <a:lnTo>
                    <a:pt x="8652258" y="1663699"/>
                  </a:lnTo>
                  <a:lnTo>
                    <a:pt x="8686580" y="1714499"/>
                  </a:lnTo>
                  <a:lnTo>
                    <a:pt x="8717664" y="1752599"/>
                  </a:lnTo>
                  <a:lnTo>
                    <a:pt x="8742105" y="1803399"/>
                  </a:lnTo>
                  <a:close/>
                </a:path>
                <a:path w="8747760" h="1892300">
                  <a:moveTo>
                    <a:pt x="1399702" y="50799"/>
                  </a:moveTo>
                  <a:lnTo>
                    <a:pt x="1028164" y="50799"/>
                  </a:lnTo>
                  <a:lnTo>
                    <a:pt x="1133932" y="38099"/>
                  </a:lnTo>
                  <a:lnTo>
                    <a:pt x="1346576" y="38099"/>
                  </a:lnTo>
                  <a:lnTo>
                    <a:pt x="1399702" y="50799"/>
                  </a:lnTo>
                  <a:close/>
                </a:path>
                <a:path w="8747760" h="1892300">
                  <a:moveTo>
                    <a:pt x="3884866" y="50799"/>
                  </a:moveTo>
                  <a:lnTo>
                    <a:pt x="3513601" y="50799"/>
                  </a:lnTo>
                  <a:lnTo>
                    <a:pt x="3566499" y="38099"/>
                  </a:lnTo>
                  <a:lnTo>
                    <a:pt x="3831765" y="38099"/>
                  </a:lnTo>
                  <a:lnTo>
                    <a:pt x="3884866" y="50799"/>
                  </a:lnTo>
                  <a:close/>
                </a:path>
                <a:path w="8747760" h="1892300">
                  <a:moveTo>
                    <a:pt x="5312257" y="50799"/>
                  </a:moveTo>
                  <a:lnTo>
                    <a:pt x="3884866" y="50799"/>
                  </a:lnTo>
                  <a:lnTo>
                    <a:pt x="3937925" y="38099"/>
                  </a:lnTo>
                  <a:lnTo>
                    <a:pt x="5362337" y="38099"/>
                  </a:lnTo>
                  <a:lnTo>
                    <a:pt x="5312257" y="50799"/>
                  </a:lnTo>
                  <a:close/>
                </a:path>
                <a:path w="8747760" h="1892300">
                  <a:moveTo>
                    <a:pt x="1611243" y="63499"/>
                  </a:moveTo>
                  <a:lnTo>
                    <a:pt x="233290" y="63499"/>
                  </a:lnTo>
                  <a:lnTo>
                    <a:pt x="286310" y="50799"/>
                  </a:lnTo>
                  <a:lnTo>
                    <a:pt x="1558239" y="50799"/>
                  </a:lnTo>
                  <a:lnTo>
                    <a:pt x="1611243" y="63499"/>
                  </a:lnTo>
                  <a:close/>
                </a:path>
                <a:path w="8747760" h="1892300">
                  <a:moveTo>
                    <a:pt x="4578750" y="63499"/>
                  </a:moveTo>
                  <a:lnTo>
                    <a:pt x="1770350" y="63499"/>
                  </a:lnTo>
                  <a:lnTo>
                    <a:pt x="1823409" y="50799"/>
                  </a:lnTo>
                  <a:lnTo>
                    <a:pt x="4632485" y="50799"/>
                  </a:lnTo>
                  <a:lnTo>
                    <a:pt x="4578750" y="63499"/>
                  </a:lnTo>
                  <a:close/>
                </a:path>
                <a:path w="8747760" h="1892300">
                  <a:moveTo>
                    <a:pt x="5005915" y="63499"/>
                  </a:moveTo>
                  <a:lnTo>
                    <a:pt x="4792670" y="63499"/>
                  </a:lnTo>
                  <a:lnTo>
                    <a:pt x="4739433" y="50799"/>
                  </a:lnTo>
                  <a:lnTo>
                    <a:pt x="5059112" y="50799"/>
                  </a:lnTo>
                  <a:lnTo>
                    <a:pt x="5005915" y="63499"/>
                  </a:lnTo>
                  <a:close/>
                </a:path>
                <a:path w="8747760" h="1892300">
                  <a:moveTo>
                    <a:pt x="60886" y="1841499"/>
                  </a:moveTo>
                  <a:lnTo>
                    <a:pt x="20491" y="1841499"/>
                  </a:lnTo>
                  <a:lnTo>
                    <a:pt x="32348" y="1816099"/>
                  </a:lnTo>
                  <a:lnTo>
                    <a:pt x="44825" y="1803399"/>
                  </a:lnTo>
                  <a:lnTo>
                    <a:pt x="51694" y="1790699"/>
                  </a:lnTo>
                  <a:lnTo>
                    <a:pt x="125507" y="1701799"/>
                  </a:lnTo>
                  <a:lnTo>
                    <a:pt x="179055" y="1650999"/>
                  </a:lnTo>
                  <a:lnTo>
                    <a:pt x="206203" y="1612899"/>
                  </a:lnTo>
                  <a:lnTo>
                    <a:pt x="410767" y="1384299"/>
                  </a:lnTo>
                  <a:lnTo>
                    <a:pt x="603635" y="1155699"/>
                  </a:lnTo>
                  <a:lnTo>
                    <a:pt x="669292" y="1079499"/>
                  </a:lnTo>
                  <a:lnTo>
                    <a:pt x="702563" y="1041399"/>
                  </a:lnTo>
                  <a:lnTo>
                    <a:pt x="736184" y="1003299"/>
                  </a:lnTo>
                  <a:lnTo>
                    <a:pt x="770198" y="977899"/>
                  </a:lnTo>
                  <a:lnTo>
                    <a:pt x="804645" y="939799"/>
                  </a:lnTo>
                  <a:lnTo>
                    <a:pt x="776050" y="901699"/>
                  </a:lnTo>
                  <a:lnTo>
                    <a:pt x="746035" y="863599"/>
                  </a:lnTo>
                  <a:lnTo>
                    <a:pt x="714777" y="825499"/>
                  </a:lnTo>
                  <a:lnTo>
                    <a:pt x="682452" y="787399"/>
                  </a:lnTo>
                  <a:lnTo>
                    <a:pt x="649237" y="749299"/>
                  </a:lnTo>
                  <a:lnTo>
                    <a:pt x="615311" y="711199"/>
                  </a:lnTo>
                  <a:lnTo>
                    <a:pt x="580849" y="673099"/>
                  </a:lnTo>
                  <a:lnTo>
                    <a:pt x="546029" y="634999"/>
                  </a:lnTo>
                  <a:lnTo>
                    <a:pt x="476023" y="571499"/>
                  </a:lnTo>
                  <a:lnTo>
                    <a:pt x="441192" y="533399"/>
                  </a:lnTo>
                  <a:lnTo>
                    <a:pt x="372174" y="457199"/>
                  </a:lnTo>
                  <a:lnTo>
                    <a:pt x="337505" y="431799"/>
                  </a:lnTo>
                  <a:lnTo>
                    <a:pt x="198763" y="279399"/>
                  </a:lnTo>
                  <a:lnTo>
                    <a:pt x="160428" y="241299"/>
                  </a:lnTo>
                  <a:lnTo>
                    <a:pt x="82503" y="165099"/>
                  </a:lnTo>
                  <a:lnTo>
                    <a:pt x="44849" y="126999"/>
                  </a:lnTo>
                  <a:lnTo>
                    <a:pt x="9357" y="88899"/>
                  </a:lnTo>
                  <a:lnTo>
                    <a:pt x="5439" y="76199"/>
                  </a:lnTo>
                  <a:lnTo>
                    <a:pt x="6238" y="63499"/>
                  </a:lnTo>
                  <a:lnTo>
                    <a:pt x="3672696" y="63499"/>
                  </a:lnTo>
                  <a:lnTo>
                    <a:pt x="3619501" y="76199"/>
                  </a:lnTo>
                  <a:lnTo>
                    <a:pt x="513337" y="76199"/>
                  </a:lnTo>
                  <a:lnTo>
                    <a:pt x="462451" y="88899"/>
                  </a:lnTo>
                  <a:lnTo>
                    <a:pt x="55562" y="88899"/>
                  </a:lnTo>
                  <a:lnTo>
                    <a:pt x="89596" y="126999"/>
                  </a:lnTo>
                  <a:lnTo>
                    <a:pt x="124928" y="165099"/>
                  </a:lnTo>
                  <a:lnTo>
                    <a:pt x="196814" y="241299"/>
                  </a:lnTo>
                  <a:lnTo>
                    <a:pt x="232033" y="266699"/>
                  </a:lnTo>
                  <a:lnTo>
                    <a:pt x="406475" y="457199"/>
                  </a:lnTo>
                  <a:lnTo>
                    <a:pt x="441193" y="482599"/>
                  </a:lnTo>
                  <a:lnTo>
                    <a:pt x="475857" y="520699"/>
                  </a:lnTo>
                  <a:lnTo>
                    <a:pt x="581090" y="634999"/>
                  </a:lnTo>
                  <a:lnTo>
                    <a:pt x="615986" y="660399"/>
                  </a:lnTo>
                  <a:lnTo>
                    <a:pt x="650494" y="698499"/>
                  </a:lnTo>
                  <a:lnTo>
                    <a:pt x="684436" y="736599"/>
                  </a:lnTo>
                  <a:lnTo>
                    <a:pt x="717634" y="774699"/>
                  </a:lnTo>
                  <a:lnTo>
                    <a:pt x="749908" y="812799"/>
                  </a:lnTo>
                  <a:lnTo>
                    <a:pt x="781082" y="850899"/>
                  </a:lnTo>
                  <a:lnTo>
                    <a:pt x="810977" y="888999"/>
                  </a:lnTo>
                  <a:lnTo>
                    <a:pt x="839415" y="927099"/>
                  </a:lnTo>
                  <a:lnTo>
                    <a:pt x="843310" y="939799"/>
                  </a:lnTo>
                  <a:lnTo>
                    <a:pt x="841735" y="952499"/>
                  </a:lnTo>
                  <a:lnTo>
                    <a:pt x="836891" y="952499"/>
                  </a:lnTo>
                  <a:lnTo>
                    <a:pt x="802473" y="990599"/>
                  </a:lnTo>
                  <a:lnTo>
                    <a:pt x="768494" y="1015999"/>
                  </a:lnTo>
                  <a:lnTo>
                    <a:pt x="734912" y="1054099"/>
                  </a:lnTo>
                  <a:lnTo>
                    <a:pt x="701689" y="1092199"/>
                  </a:lnTo>
                  <a:lnTo>
                    <a:pt x="636161" y="1168399"/>
                  </a:lnTo>
                  <a:lnTo>
                    <a:pt x="539575" y="1282699"/>
                  </a:lnTo>
                  <a:lnTo>
                    <a:pt x="507677" y="1320799"/>
                  </a:lnTo>
                  <a:lnTo>
                    <a:pt x="475862" y="1346199"/>
                  </a:lnTo>
                  <a:lnTo>
                    <a:pt x="412324" y="1422399"/>
                  </a:lnTo>
                  <a:lnTo>
                    <a:pt x="254747" y="1612899"/>
                  </a:lnTo>
                  <a:lnTo>
                    <a:pt x="223264" y="1638299"/>
                  </a:lnTo>
                  <a:lnTo>
                    <a:pt x="191990" y="1676399"/>
                  </a:lnTo>
                  <a:lnTo>
                    <a:pt x="163779" y="1714499"/>
                  </a:lnTo>
                  <a:lnTo>
                    <a:pt x="135708" y="1739899"/>
                  </a:lnTo>
                  <a:lnTo>
                    <a:pt x="79673" y="1816099"/>
                  </a:lnTo>
                  <a:lnTo>
                    <a:pt x="73904" y="1816099"/>
                  </a:lnTo>
                  <a:lnTo>
                    <a:pt x="67628" y="1828799"/>
                  </a:lnTo>
                  <a:lnTo>
                    <a:pt x="60886" y="1841499"/>
                  </a:lnTo>
                  <a:close/>
                </a:path>
                <a:path w="8747760" h="1892300">
                  <a:moveTo>
                    <a:pt x="4150289" y="76199"/>
                  </a:moveTo>
                  <a:lnTo>
                    <a:pt x="3725684" y="76199"/>
                  </a:lnTo>
                  <a:lnTo>
                    <a:pt x="3672696" y="63499"/>
                  </a:lnTo>
                  <a:lnTo>
                    <a:pt x="4203401" y="63499"/>
                  </a:lnTo>
                  <a:lnTo>
                    <a:pt x="4150289" y="76199"/>
                  </a:lnTo>
                  <a:close/>
                </a:path>
                <a:path w="8747760" h="1892300">
                  <a:moveTo>
                    <a:pt x="2194995" y="88899"/>
                  </a:moveTo>
                  <a:lnTo>
                    <a:pt x="1452242" y="88899"/>
                  </a:lnTo>
                  <a:lnTo>
                    <a:pt x="1399230" y="76199"/>
                  </a:lnTo>
                  <a:lnTo>
                    <a:pt x="2248021" y="76199"/>
                  </a:lnTo>
                  <a:lnTo>
                    <a:pt x="2194995" y="88899"/>
                  </a:lnTo>
                  <a:close/>
                </a:path>
                <a:path w="8747760" h="1892300">
                  <a:moveTo>
                    <a:pt x="2908298" y="88899"/>
                  </a:moveTo>
                  <a:lnTo>
                    <a:pt x="2456510" y="88899"/>
                  </a:lnTo>
                  <a:lnTo>
                    <a:pt x="2405448" y="76199"/>
                  </a:lnTo>
                  <a:lnTo>
                    <a:pt x="2958206" y="76199"/>
                  </a:lnTo>
                  <a:lnTo>
                    <a:pt x="2908298" y="88899"/>
                  </a:lnTo>
                  <a:close/>
                </a:path>
                <a:path w="8747760" h="1892300">
                  <a:moveTo>
                    <a:pt x="8747170" y="1816099"/>
                  </a:moveTo>
                  <a:lnTo>
                    <a:pt x="8171052" y="1816099"/>
                  </a:lnTo>
                  <a:lnTo>
                    <a:pt x="8220595" y="1803399"/>
                  </a:lnTo>
                  <a:lnTo>
                    <a:pt x="8743732" y="1803399"/>
                  </a:lnTo>
                  <a:lnTo>
                    <a:pt x="8747170" y="1816099"/>
                  </a:lnTo>
                  <a:close/>
                </a:path>
                <a:path w="8747760" h="1892300">
                  <a:moveTo>
                    <a:pt x="8731437" y="1828799"/>
                  </a:moveTo>
                  <a:lnTo>
                    <a:pt x="7683584" y="1828799"/>
                  </a:lnTo>
                  <a:lnTo>
                    <a:pt x="7739077" y="1816099"/>
                  </a:lnTo>
                  <a:lnTo>
                    <a:pt x="8734006" y="1816099"/>
                  </a:lnTo>
                  <a:lnTo>
                    <a:pt x="8731437" y="1828799"/>
                  </a:lnTo>
                  <a:close/>
                </a:path>
                <a:path w="8747760" h="1892300">
                  <a:moveTo>
                    <a:pt x="6536508" y="1841499"/>
                  </a:moveTo>
                  <a:lnTo>
                    <a:pt x="5855225" y="1841499"/>
                  </a:lnTo>
                  <a:lnTo>
                    <a:pt x="6051930" y="1828799"/>
                  </a:lnTo>
                  <a:lnTo>
                    <a:pt x="6488246" y="1828799"/>
                  </a:lnTo>
                  <a:lnTo>
                    <a:pt x="6536508" y="1841499"/>
                  </a:lnTo>
                  <a:close/>
                </a:path>
                <a:path w="8747760" h="1892300">
                  <a:moveTo>
                    <a:pt x="8268226" y="1841499"/>
                  </a:moveTo>
                  <a:lnTo>
                    <a:pt x="6781483" y="1841499"/>
                  </a:lnTo>
                  <a:lnTo>
                    <a:pt x="6830654" y="1828799"/>
                  </a:lnTo>
                  <a:lnTo>
                    <a:pt x="8320001" y="1828799"/>
                  </a:lnTo>
                  <a:lnTo>
                    <a:pt x="8268226" y="1841499"/>
                  </a:lnTo>
                  <a:close/>
                </a:path>
                <a:path w="8747760" h="1892300">
                  <a:moveTo>
                    <a:pt x="8526234" y="1841499"/>
                  </a:moveTo>
                  <a:lnTo>
                    <a:pt x="8371584" y="1841499"/>
                  </a:lnTo>
                  <a:lnTo>
                    <a:pt x="8320001" y="1828799"/>
                  </a:lnTo>
                  <a:lnTo>
                    <a:pt x="8576744" y="1828799"/>
                  </a:lnTo>
                  <a:lnTo>
                    <a:pt x="8526234" y="1841499"/>
                  </a:lnTo>
                  <a:close/>
                </a:path>
                <a:path w="8747760" h="1892300">
                  <a:moveTo>
                    <a:pt x="64219" y="1854199"/>
                  </a:moveTo>
                  <a:lnTo>
                    <a:pt x="6288" y="1854199"/>
                  </a:lnTo>
                  <a:lnTo>
                    <a:pt x="15483" y="1841499"/>
                  </a:lnTo>
                  <a:lnTo>
                    <a:pt x="53719" y="1841499"/>
                  </a:lnTo>
                  <a:lnTo>
                    <a:pt x="64219" y="1854199"/>
                  </a:lnTo>
                  <a:close/>
                </a:path>
                <a:path w="8747760" h="1892300">
                  <a:moveTo>
                    <a:pt x="1312499" y="1854199"/>
                  </a:moveTo>
                  <a:lnTo>
                    <a:pt x="326085" y="1854199"/>
                  </a:lnTo>
                  <a:lnTo>
                    <a:pt x="374008" y="1841499"/>
                  </a:lnTo>
                  <a:lnTo>
                    <a:pt x="1264709" y="1841499"/>
                  </a:lnTo>
                  <a:lnTo>
                    <a:pt x="1312499" y="1854199"/>
                  </a:lnTo>
                  <a:close/>
                </a:path>
                <a:path w="8747760" h="1892300">
                  <a:moveTo>
                    <a:pt x="2829906" y="1854199"/>
                  </a:moveTo>
                  <a:lnTo>
                    <a:pt x="2065203" y="1854199"/>
                  </a:lnTo>
                  <a:lnTo>
                    <a:pt x="2116822" y="1841499"/>
                  </a:lnTo>
                  <a:lnTo>
                    <a:pt x="2780686" y="1841499"/>
                  </a:lnTo>
                  <a:lnTo>
                    <a:pt x="2829906" y="1854199"/>
                  </a:lnTo>
                  <a:close/>
                </a:path>
                <a:path w="8747760" h="1892300">
                  <a:moveTo>
                    <a:pt x="4498750" y="1854199"/>
                  </a:moveTo>
                  <a:lnTo>
                    <a:pt x="3787453" y="1854199"/>
                  </a:lnTo>
                  <a:lnTo>
                    <a:pt x="3842670" y="1841499"/>
                  </a:lnTo>
                  <a:lnTo>
                    <a:pt x="4443439" y="1841499"/>
                  </a:lnTo>
                  <a:lnTo>
                    <a:pt x="4498750" y="1854199"/>
                  </a:lnTo>
                  <a:close/>
                </a:path>
                <a:path w="8747760" h="1892300">
                  <a:moveTo>
                    <a:pt x="7785888" y="1854199"/>
                  </a:moveTo>
                  <a:lnTo>
                    <a:pt x="5105374" y="1854199"/>
                  </a:lnTo>
                  <a:lnTo>
                    <a:pt x="5158574" y="1841499"/>
                  </a:lnTo>
                  <a:lnTo>
                    <a:pt x="7841079" y="1841499"/>
                  </a:lnTo>
                  <a:lnTo>
                    <a:pt x="7785888" y="1854199"/>
                  </a:lnTo>
                  <a:close/>
                </a:path>
                <a:path w="8747760" h="1892300">
                  <a:moveTo>
                    <a:pt x="8059326" y="1854199"/>
                  </a:moveTo>
                  <a:lnTo>
                    <a:pt x="7951130" y="1854199"/>
                  </a:lnTo>
                  <a:lnTo>
                    <a:pt x="7896826" y="1841499"/>
                  </a:lnTo>
                  <a:lnTo>
                    <a:pt x="8113617" y="1841499"/>
                  </a:lnTo>
                  <a:lnTo>
                    <a:pt x="8059326" y="1854199"/>
                  </a:lnTo>
                  <a:close/>
                </a:path>
                <a:path w="8747760" h="1892300">
                  <a:moveTo>
                    <a:pt x="7626374" y="1866899"/>
                  </a:moveTo>
                  <a:lnTo>
                    <a:pt x="0" y="1866899"/>
                  </a:lnTo>
                  <a:lnTo>
                    <a:pt x="933" y="1854199"/>
                  </a:lnTo>
                  <a:lnTo>
                    <a:pt x="7675337" y="1854199"/>
                  </a:lnTo>
                  <a:lnTo>
                    <a:pt x="7626374" y="1866899"/>
                  </a:lnTo>
                  <a:close/>
                </a:path>
                <a:path w="8747760" h="1892300">
                  <a:moveTo>
                    <a:pt x="761111" y="1879599"/>
                  </a:moveTo>
                  <a:lnTo>
                    <a:pt x="13415" y="1879599"/>
                  </a:lnTo>
                  <a:lnTo>
                    <a:pt x="4070" y="1866899"/>
                  </a:lnTo>
                  <a:lnTo>
                    <a:pt x="866488" y="1866899"/>
                  </a:lnTo>
                  <a:lnTo>
                    <a:pt x="761111" y="1879599"/>
                  </a:lnTo>
                  <a:close/>
                </a:path>
                <a:path w="8747760" h="1892300">
                  <a:moveTo>
                    <a:pt x="5185155" y="1879599"/>
                  </a:moveTo>
                  <a:lnTo>
                    <a:pt x="1074057" y="1879599"/>
                  </a:lnTo>
                  <a:lnTo>
                    <a:pt x="1024811" y="1866899"/>
                  </a:lnTo>
                  <a:lnTo>
                    <a:pt x="5240522" y="1866899"/>
                  </a:lnTo>
                  <a:lnTo>
                    <a:pt x="5185155" y="1879599"/>
                  </a:lnTo>
                  <a:close/>
                </a:path>
                <a:path w="8747760" h="1892300">
                  <a:moveTo>
                    <a:pt x="5707791" y="1879599"/>
                  </a:moveTo>
                  <a:lnTo>
                    <a:pt x="5461883" y="1879599"/>
                  </a:lnTo>
                  <a:lnTo>
                    <a:pt x="5406543" y="1866899"/>
                  </a:lnTo>
                  <a:lnTo>
                    <a:pt x="5757065" y="1866899"/>
                  </a:lnTo>
                  <a:lnTo>
                    <a:pt x="5707791" y="1879599"/>
                  </a:lnTo>
                  <a:close/>
                </a:path>
                <a:path w="8747760" h="1892300">
                  <a:moveTo>
                    <a:pt x="3683001" y="1892299"/>
                  </a:moveTo>
                  <a:lnTo>
                    <a:pt x="3535401" y="1892299"/>
                  </a:lnTo>
                  <a:lnTo>
                    <a:pt x="3486188" y="1879599"/>
                  </a:lnTo>
                  <a:lnTo>
                    <a:pt x="3728979" y="1879599"/>
                  </a:lnTo>
                  <a:lnTo>
                    <a:pt x="3683001" y="1892299"/>
                  </a:lnTo>
                  <a:close/>
                </a:path>
                <a:path w="8747760" h="1892300">
                  <a:moveTo>
                    <a:pt x="4773334" y="1892299"/>
                  </a:moveTo>
                  <a:lnTo>
                    <a:pt x="4625797" y="1892299"/>
                  </a:lnTo>
                  <a:lnTo>
                    <a:pt x="4576688" y="1879599"/>
                  </a:lnTo>
                  <a:lnTo>
                    <a:pt x="4822545" y="1879599"/>
                  </a:lnTo>
                  <a:lnTo>
                    <a:pt x="4773334" y="1892299"/>
                  </a:lnTo>
                  <a:close/>
                </a:path>
              </a:pathLst>
            </a:custGeom>
            <a:solidFill>
              <a:srgbClr val="1812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305053" y="1151070"/>
              <a:ext cx="7703820" cy="1380490"/>
            </a:xfrm>
            <a:custGeom>
              <a:avLst/>
              <a:gdLst/>
              <a:ahLst/>
              <a:cxnLst/>
              <a:rect l="l" t="t" r="r" b="b"/>
              <a:pathLst>
                <a:path w="7703819" h="1380489">
                  <a:moveTo>
                    <a:pt x="52417" y="105103"/>
                  </a:moveTo>
                  <a:lnTo>
                    <a:pt x="32030" y="100967"/>
                  </a:lnTo>
                  <a:lnTo>
                    <a:pt x="15367" y="89694"/>
                  </a:lnTo>
                  <a:lnTo>
                    <a:pt x="4124" y="72989"/>
                  </a:lnTo>
                  <a:lnTo>
                    <a:pt x="0" y="52556"/>
                  </a:lnTo>
                  <a:lnTo>
                    <a:pt x="4124" y="32117"/>
                  </a:lnTo>
                  <a:lnTo>
                    <a:pt x="15367" y="15410"/>
                  </a:lnTo>
                  <a:lnTo>
                    <a:pt x="32030" y="4136"/>
                  </a:lnTo>
                  <a:lnTo>
                    <a:pt x="52417" y="0"/>
                  </a:lnTo>
                  <a:lnTo>
                    <a:pt x="72807" y="4136"/>
                  </a:lnTo>
                  <a:lnTo>
                    <a:pt x="89479" y="15410"/>
                  </a:lnTo>
                  <a:lnTo>
                    <a:pt x="100729" y="32117"/>
                  </a:lnTo>
                  <a:lnTo>
                    <a:pt x="104857" y="52556"/>
                  </a:lnTo>
                  <a:lnTo>
                    <a:pt x="100729" y="72989"/>
                  </a:lnTo>
                  <a:lnTo>
                    <a:pt x="89479" y="89694"/>
                  </a:lnTo>
                  <a:lnTo>
                    <a:pt x="72807" y="100967"/>
                  </a:lnTo>
                  <a:lnTo>
                    <a:pt x="52417" y="105103"/>
                  </a:lnTo>
                  <a:close/>
                </a:path>
                <a:path w="7703819" h="1380489">
                  <a:moveTo>
                    <a:pt x="744526" y="105103"/>
                  </a:moveTo>
                  <a:lnTo>
                    <a:pt x="724139" y="100967"/>
                  </a:lnTo>
                  <a:lnTo>
                    <a:pt x="707476" y="89694"/>
                  </a:lnTo>
                  <a:lnTo>
                    <a:pt x="696233" y="72989"/>
                  </a:lnTo>
                  <a:lnTo>
                    <a:pt x="692108" y="52556"/>
                  </a:lnTo>
                  <a:lnTo>
                    <a:pt x="696233" y="32117"/>
                  </a:lnTo>
                  <a:lnTo>
                    <a:pt x="707476" y="15410"/>
                  </a:lnTo>
                  <a:lnTo>
                    <a:pt x="724139" y="4136"/>
                  </a:lnTo>
                  <a:lnTo>
                    <a:pt x="744526" y="0"/>
                  </a:lnTo>
                  <a:lnTo>
                    <a:pt x="764912" y="4136"/>
                  </a:lnTo>
                  <a:lnTo>
                    <a:pt x="781576" y="15410"/>
                  </a:lnTo>
                  <a:lnTo>
                    <a:pt x="792819" y="32117"/>
                  </a:lnTo>
                  <a:lnTo>
                    <a:pt x="796943" y="52556"/>
                  </a:lnTo>
                  <a:lnTo>
                    <a:pt x="792819" y="72989"/>
                  </a:lnTo>
                  <a:lnTo>
                    <a:pt x="781576" y="89694"/>
                  </a:lnTo>
                  <a:lnTo>
                    <a:pt x="764912" y="100967"/>
                  </a:lnTo>
                  <a:lnTo>
                    <a:pt x="744526" y="105103"/>
                  </a:lnTo>
                  <a:close/>
                </a:path>
                <a:path w="7703819" h="1380489">
                  <a:moveTo>
                    <a:pt x="1436612" y="105103"/>
                  </a:moveTo>
                  <a:lnTo>
                    <a:pt x="1416225" y="100967"/>
                  </a:lnTo>
                  <a:lnTo>
                    <a:pt x="1399562" y="89694"/>
                  </a:lnTo>
                  <a:lnTo>
                    <a:pt x="1388319" y="72989"/>
                  </a:lnTo>
                  <a:lnTo>
                    <a:pt x="1384194" y="52556"/>
                  </a:lnTo>
                  <a:lnTo>
                    <a:pt x="1388319" y="32117"/>
                  </a:lnTo>
                  <a:lnTo>
                    <a:pt x="1399562" y="15410"/>
                  </a:lnTo>
                  <a:lnTo>
                    <a:pt x="1416225" y="4136"/>
                  </a:lnTo>
                  <a:lnTo>
                    <a:pt x="1436612" y="0"/>
                  </a:lnTo>
                  <a:lnTo>
                    <a:pt x="1457002" y="4136"/>
                  </a:lnTo>
                  <a:lnTo>
                    <a:pt x="1473672" y="15410"/>
                  </a:lnTo>
                  <a:lnTo>
                    <a:pt x="1484922" y="32117"/>
                  </a:lnTo>
                  <a:lnTo>
                    <a:pt x="1489052" y="52556"/>
                  </a:lnTo>
                  <a:lnTo>
                    <a:pt x="1484924" y="72989"/>
                  </a:lnTo>
                  <a:lnTo>
                    <a:pt x="1473673" y="89694"/>
                  </a:lnTo>
                  <a:lnTo>
                    <a:pt x="1457002" y="100967"/>
                  </a:lnTo>
                  <a:lnTo>
                    <a:pt x="1436612" y="105103"/>
                  </a:lnTo>
                  <a:close/>
                </a:path>
                <a:path w="7703819" h="1380489">
                  <a:moveTo>
                    <a:pt x="2128717" y="105103"/>
                  </a:moveTo>
                  <a:lnTo>
                    <a:pt x="2108330" y="100967"/>
                  </a:lnTo>
                  <a:lnTo>
                    <a:pt x="2091667" y="89694"/>
                  </a:lnTo>
                  <a:lnTo>
                    <a:pt x="2080424" y="72989"/>
                  </a:lnTo>
                  <a:lnTo>
                    <a:pt x="2076300" y="52556"/>
                  </a:lnTo>
                  <a:lnTo>
                    <a:pt x="2080424" y="32117"/>
                  </a:lnTo>
                  <a:lnTo>
                    <a:pt x="2091667" y="15410"/>
                  </a:lnTo>
                  <a:lnTo>
                    <a:pt x="2108330" y="4136"/>
                  </a:lnTo>
                  <a:lnTo>
                    <a:pt x="2128717" y="0"/>
                  </a:lnTo>
                  <a:lnTo>
                    <a:pt x="2149104" y="4136"/>
                  </a:lnTo>
                  <a:lnTo>
                    <a:pt x="2165767" y="15410"/>
                  </a:lnTo>
                  <a:lnTo>
                    <a:pt x="2177010" y="32117"/>
                  </a:lnTo>
                  <a:lnTo>
                    <a:pt x="2181135" y="52556"/>
                  </a:lnTo>
                  <a:lnTo>
                    <a:pt x="2177010" y="72989"/>
                  </a:lnTo>
                  <a:lnTo>
                    <a:pt x="2165767" y="89694"/>
                  </a:lnTo>
                  <a:lnTo>
                    <a:pt x="2149104" y="100967"/>
                  </a:lnTo>
                  <a:lnTo>
                    <a:pt x="2128717" y="105103"/>
                  </a:lnTo>
                  <a:close/>
                </a:path>
                <a:path w="7703819" h="1380489">
                  <a:moveTo>
                    <a:pt x="2820803" y="105103"/>
                  </a:moveTo>
                  <a:lnTo>
                    <a:pt x="2800416" y="100967"/>
                  </a:lnTo>
                  <a:lnTo>
                    <a:pt x="2783753" y="89694"/>
                  </a:lnTo>
                  <a:lnTo>
                    <a:pt x="2772510" y="72989"/>
                  </a:lnTo>
                  <a:lnTo>
                    <a:pt x="2768386" y="52556"/>
                  </a:lnTo>
                  <a:lnTo>
                    <a:pt x="2772510" y="32117"/>
                  </a:lnTo>
                  <a:lnTo>
                    <a:pt x="2783753" y="15410"/>
                  </a:lnTo>
                  <a:lnTo>
                    <a:pt x="2800416" y="4136"/>
                  </a:lnTo>
                  <a:lnTo>
                    <a:pt x="2820803" y="0"/>
                  </a:lnTo>
                  <a:lnTo>
                    <a:pt x="2841193" y="4136"/>
                  </a:lnTo>
                  <a:lnTo>
                    <a:pt x="2857865" y="15410"/>
                  </a:lnTo>
                  <a:lnTo>
                    <a:pt x="2869115" y="32117"/>
                  </a:lnTo>
                  <a:lnTo>
                    <a:pt x="2873243" y="52556"/>
                  </a:lnTo>
                  <a:lnTo>
                    <a:pt x="2869115" y="72989"/>
                  </a:lnTo>
                  <a:lnTo>
                    <a:pt x="2857865" y="89694"/>
                  </a:lnTo>
                  <a:lnTo>
                    <a:pt x="2841193" y="100967"/>
                  </a:lnTo>
                  <a:lnTo>
                    <a:pt x="2820803" y="105103"/>
                  </a:lnTo>
                  <a:close/>
                </a:path>
                <a:path w="7703819" h="1380489">
                  <a:moveTo>
                    <a:pt x="3512912" y="105103"/>
                  </a:moveTo>
                  <a:lnTo>
                    <a:pt x="3492525" y="100967"/>
                  </a:lnTo>
                  <a:lnTo>
                    <a:pt x="3475862" y="89694"/>
                  </a:lnTo>
                  <a:lnTo>
                    <a:pt x="3464619" y="72989"/>
                  </a:lnTo>
                  <a:lnTo>
                    <a:pt x="3460494" y="52556"/>
                  </a:lnTo>
                  <a:lnTo>
                    <a:pt x="3464619" y="32117"/>
                  </a:lnTo>
                  <a:lnTo>
                    <a:pt x="3475862" y="15410"/>
                  </a:lnTo>
                  <a:lnTo>
                    <a:pt x="3492525" y="4136"/>
                  </a:lnTo>
                  <a:lnTo>
                    <a:pt x="3512912" y="0"/>
                  </a:lnTo>
                  <a:lnTo>
                    <a:pt x="3533299" y="4136"/>
                  </a:lnTo>
                  <a:lnTo>
                    <a:pt x="3549962" y="15410"/>
                  </a:lnTo>
                  <a:lnTo>
                    <a:pt x="3561205" y="32117"/>
                  </a:lnTo>
                  <a:lnTo>
                    <a:pt x="3565329" y="52556"/>
                  </a:lnTo>
                  <a:lnTo>
                    <a:pt x="3561205" y="72989"/>
                  </a:lnTo>
                  <a:lnTo>
                    <a:pt x="3549962" y="89694"/>
                  </a:lnTo>
                  <a:lnTo>
                    <a:pt x="3533299" y="100967"/>
                  </a:lnTo>
                  <a:lnTo>
                    <a:pt x="3512912" y="105103"/>
                  </a:lnTo>
                  <a:close/>
                </a:path>
                <a:path w="7703819" h="1380489">
                  <a:moveTo>
                    <a:pt x="4204995" y="105103"/>
                  </a:moveTo>
                  <a:lnTo>
                    <a:pt x="4184608" y="100967"/>
                  </a:lnTo>
                  <a:lnTo>
                    <a:pt x="4167945" y="89694"/>
                  </a:lnTo>
                  <a:lnTo>
                    <a:pt x="4156702" y="72989"/>
                  </a:lnTo>
                  <a:lnTo>
                    <a:pt x="4152578" y="52556"/>
                  </a:lnTo>
                  <a:lnTo>
                    <a:pt x="4156702" y="32117"/>
                  </a:lnTo>
                  <a:lnTo>
                    <a:pt x="4167945" y="15410"/>
                  </a:lnTo>
                  <a:lnTo>
                    <a:pt x="4184608" y="4136"/>
                  </a:lnTo>
                  <a:lnTo>
                    <a:pt x="4204995" y="0"/>
                  </a:lnTo>
                  <a:lnTo>
                    <a:pt x="4225385" y="4136"/>
                  </a:lnTo>
                  <a:lnTo>
                    <a:pt x="4242056" y="15410"/>
                  </a:lnTo>
                  <a:lnTo>
                    <a:pt x="4253307" y="32117"/>
                  </a:lnTo>
                  <a:lnTo>
                    <a:pt x="4257435" y="52556"/>
                  </a:lnTo>
                  <a:lnTo>
                    <a:pt x="4253307" y="72989"/>
                  </a:lnTo>
                  <a:lnTo>
                    <a:pt x="4242056" y="89694"/>
                  </a:lnTo>
                  <a:lnTo>
                    <a:pt x="4225385" y="100967"/>
                  </a:lnTo>
                  <a:lnTo>
                    <a:pt x="4204995" y="105103"/>
                  </a:lnTo>
                  <a:close/>
                </a:path>
                <a:path w="7703819" h="1380489">
                  <a:moveTo>
                    <a:pt x="4897103" y="105103"/>
                  </a:moveTo>
                  <a:lnTo>
                    <a:pt x="4876716" y="100967"/>
                  </a:lnTo>
                  <a:lnTo>
                    <a:pt x="4860053" y="89694"/>
                  </a:lnTo>
                  <a:lnTo>
                    <a:pt x="4848811" y="72989"/>
                  </a:lnTo>
                  <a:lnTo>
                    <a:pt x="4844686" y="52556"/>
                  </a:lnTo>
                  <a:lnTo>
                    <a:pt x="4848810" y="32117"/>
                  </a:lnTo>
                  <a:lnTo>
                    <a:pt x="4860053" y="15410"/>
                  </a:lnTo>
                  <a:lnTo>
                    <a:pt x="4876716" y="4136"/>
                  </a:lnTo>
                  <a:lnTo>
                    <a:pt x="4897103" y="0"/>
                  </a:lnTo>
                  <a:lnTo>
                    <a:pt x="4917490" y="4136"/>
                  </a:lnTo>
                  <a:lnTo>
                    <a:pt x="4934153" y="15410"/>
                  </a:lnTo>
                  <a:lnTo>
                    <a:pt x="4945396" y="32117"/>
                  </a:lnTo>
                  <a:lnTo>
                    <a:pt x="4949521" y="52556"/>
                  </a:lnTo>
                  <a:lnTo>
                    <a:pt x="4945396" y="72989"/>
                  </a:lnTo>
                  <a:lnTo>
                    <a:pt x="4934153" y="89694"/>
                  </a:lnTo>
                  <a:lnTo>
                    <a:pt x="4917490" y="100967"/>
                  </a:lnTo>
                  <a:lnTo>
                    <a:pt x="4897103" y="105103"/>
                  </a:lnTo>
                  <a:close/>
                </a:path>
                <a:path w="7703819" h="1380489">
                  <a:moveTo>
                    <a:pt x="5589209" y="105103"/>
                  </a:moveTo>
                  <a:lnTo>
                    <a:pt x="5568819" y="100967"/>
                  </a:lnTo>
                  <a:lnTo>
                    <a:pt x="5552149" y="89694"/>
                  </a:lnTo>
                  <a:lnTo>
                    <a:pt x="5540900" y="72989"/>
                  </a:lnTo>
                  <a:lnTo>
                    <a:pt x="5536772" y="52556"/>
                  </a:lnTo>
                  <a:lnTo>
                    <a:pt x="5540900" y="32117"/>
                  </a:lnTo>
                  <a:lnTo>
                    <a:pt x="5552149" y="15410"/>
                  </a:lnTo>
                  <a:lnTo>
                    <a:pt x="5568819" y="4136"/>
                  </a:lnTo>
                  <a:lnTo>
                    <a:pt x="5589209" y="0"/>
                  </a:lnTo>
                  <a:lnTo>
                    <a:pt x="5609595" y="4136"/>
                  </a:lnTo>
                  <a:lnTo>
                    <a:pt x="5626259" y="15410"/>
                  </a:lnTo>
                  <a:lnTo>
                    <a:pt x="5637502" y="32117"/>
                  </a:lnTo>
                  <a:lnTo>
                    <a:pt x="5641626" y="52556"/>
                  </a:lnTo>
                  <a:lnTo>
                    <a:pt x="5637502" y="72989"/>
                  </a:lnTo>
                  <a:lnTo>
                    <a:pt x="5626259" y="89694"/>
                  </a:lnTo>
                  <a:lnTo>
                    <a:pt x="5609596" y="100967"/>
                  </a:lnTo>
                  <a:lnTo>
                    <a:pt x="5589209" y="105103"/>
                  </a:lnTo>
                  <a:close/>
                </a:path>
                <a:path w="7703819" h="1380489">
                  <a:moveTo>
                    <a:pt x="744526" y="742499"/>
                  </a:moveTo>
                  <a:lnTo>
                    <a:pt x="724139" y="738363"/>
                  </a:lnTo>
                  <a:lnTo>
                    <a:pt x="707476" y="727089"/>
                  </a:lnTo>
                  <a:lnTo>
                    <a:pt x="696233" y="710381"/>
                  </a:lnTo>
                  <a:lnTo>
                    <a:pt x="692108" y="689942"/>
                  </a:lnTo>
                  <a:lnTo>
                    <a:pt x="696233" y="669509"/>
                  </a:lnTo>
                  <a:lnTo>
                    <a:pt x="707476" y="652804"/>
                  </a:lnTo>
                  <a:lnTo>
                    <a:pt x="724139" y="641532"/>
                  </a:lnTo>
                  <a:lnTo>
                    <a:pt x="744526" y="637396"/>
                  </a:lnTo>
                  <a:lnTo>
                    <a:pt x="764912" y="641532"/>
                  </a:lnTo>
                  <a:lnTo>
                    <a:pt x="781576" y="652804"/>
                  </a:lnTo>
                  <a:lnTo>
                    <a:pt x="792819" y="669509"/>
                  </a:lnTo>
                  <a:lnTo>
                    <a:pt x="796943" y="689942"/>
                  </a:lnTo>
                  <a:lnTo>
                    <a:pt x="792819" y="710381"/>
                  </a:lnTo>
                  <a:lnTo>
                    <a:pt x="781576" y="727089"/>
                  </a:lnTo>
                  <a:lnTo>
                    <a:pt x="764912" y="738363"/>
                  </a:lnTo>
                  <a:lnTo>
                    <a:pt x="744526" y="742499"/>
                  </a:lnTo>
                  <a:close/>
                </a:path>
                <a:path w="7703819" h="1380489">
                  <a:moveTo>
                    <a:pt x="1436612" y="742499"/>
                  </a:moveTo>
                  <a:lnTo>
                    <a:pt x="1416225" y="738363"/>
                  </a:lnTo>
                  <a:lnTo>
                    <a:pt x="1399562" y="727089"/>
                  </a:lnTo>
                  <a:lnTo>
                    <a:pt x="1388319" y="710381"/>
                  </a:lnTo>
                  <a:lnTo>
                    <a:pt x="1384194" y="689942"/>
                  </a:lnTo>
                  <a:lnTo>
                    <a:pt x="1388319" y="669509"/>
                  </a:lnTo>
                  <a:lnTo>
                    <a:pt x="1399562" y="652804"/>
                  </a:lnTo>
                  <a:lnTo>
                    <a:pt x="1416225" y="641532"/>
                  </a:lnTo>
                  <a:lnTo>
                    <a:pt x="1436612" y="637396"/>
                  </a:lnTo>
                  <a:lnTo>
                    <a:pt x="1457002" y="641532"/>
                  </a:lnTo>
                  <a:lnTo>
                    <a:pt x="1473672" y="652804"/>
                  </a:lnTo>
                  <a:lnTo>
                    <a:pt x="1484922" y="669509"/>
                  </a:lnTo>
                  <a:lnTo>
                    <a:pt x="1489052" y="689942"/>
                  </a:lnTo>
                  <a:lnTo>
                    <a:pt x="1484924" y="710381"/>
                  </a:lnTo>
                  <a:lnTo>
                    <a:pt x="1473673" y="727089"/>
                  </a:lnTo>
                  <a:lnTo>
                    <a:pt x="1457002" y="738363"/>
                  </a:lnTo>
                  <a:lnTo>
                    <a:pt x="1436612" y="742499"/>
                  </a:lnTo>
                  <a:close/>
                </a:path>
                <a:path w="7703819" h="1380489">
                  <a:moveTo>
                    <a:pt x="2128717" y="742499"/>
                  </a:moveTo>
                  <a:lnTo>
                    <a:pt x="2108330" y="738363"/>
                  </a:lnTo>
                  <a:lnTo>
                    <a:pt x="2091667" y="727089"/>
                  </a:lnTo>
                  <a:lnTo>
                    <a:pt x="2080424" y="710381"/>
                  </a:lnTo>
                  <a:lnTo>
                    <a:pt x="2076300" y="689942"/>
                  </a:lnTo>
                  <a:lnTo>
                    <a:pt x="2080424" y="669509"/>
                  </a:lnTo>
                  <a:lnTo>
                    <a:pt x="2091667" y="652804"/>
                  </a:lnTo>
                  <a:lnTo>
                    <a:pt x="2108330" y="641532"/>
                  </a:lnTo>
                  <a:lnTo>
                    <a:pt x="2128717" y="637396"/>
                  </a:lnTo>
                  <a:lnTo>
                    <a:pt x="2149104" y="641532"/>
                  </a:lnTo>
                  <a:lnTo>
                    <a:pt x="2165767" y="652804"/>
                  </a:lnTo>
                  <a:lnTo>
                    <a:pt x="2177010" y="669509"/>
                  </a:lnTo>
                  <a:lnTo>
                    <a:pt x="2181135" y="689942"/>
                  </a:lnTo>
                  <a:lnTo>
                    <a:pt x="2177010" y="710381"/>
                  </a:lnTo>
                  <a:lnTo>
                    <a:pt x="2165767" y="727089"/>
                  </a:lnTo>
                  <a:lnTo>
                    <a:pt x="2149104" y="738363"/>
                  </a:lnTo>
                  <a:lnTo>
                    <a:pt x="2128717" y="742499"/>
                  </a:lnTo>
                  <a:close/>
                </a:path>
                <a:path w="7703819" h="1380489">
                  <a:moveTo>
                    <a:pt x="2820803" y="742499"/>
                  </a:moveTo>
                  <a:lnTo>
                    <a:pt x="2800416" y="738363"/>
                  </a:lnTo>
                  <a:lnTo>
                    <a:pt x="2783753" y="727089"/>
                  </a:lnTo>
                  <a:lnTo>
                    <a:pt x="2772510" y="710381"/>
                  </a:lnTo>
                  <a:lnTo>
                    <a:pt x="2768386" y="689942"/>
                  </a:lnTo>
                  <a:lnTo>
                    <a:pt x="2772510" y="669509"/>
                  </a:lnTo>
                  <a:lnTo>
                    <a:pt x="2783753" y="652804"/>
                  </a:lnTo>
                  <a:lnTo>
                    <a:pt x="2800416" y="641532"/>
                  </a:lnTo>
                  <a:lnTo>
                    <a:pt x="2820803" y="637396"/>
                  </a:lnTo>
                  <a:lnTo>
                    <a:pt x="2841193" y="641532"/>
                  </a:lnTo>
                  <a:lnTo>
                    <a:pt x="2857865" y="652804"/>
                  </a:lnTo>
                  <a:lnTo>
                    <a:pt x="2869115" y="669509"/>
                  </a:lnTo>
                  <a:lnTo>
                    <a:pt x="2873243" y="689942"/>
                  </a:lnTo>
                  <a:lnTo>
                    <a:pt x="2869115" y="710381"/>
                  </a:lnTo>
                  <a:lnTo>
                    <a:pt x="2857865" y="727089"/>
                  </a:lnTo>
                  <a:lnTo>
                    <a:pt x="2841193" y="738363"/>
                  </a:lnTo>
                  <a:lnTo>
                    <a:pt x="2820803" y="742499"/>
                  </a:lnTo>
                  <a:close/>
                </a:path>
                <a:path w="7703819" h="1380489">
                  <a:moveTo>
                    <a:pt x="3512912" y="742499"/>
                  </a:moveTo>
                  <a:lnTo>
                    <a:pt x="3492525" y="738363"/>
                  </a:lnTo>
                  <a:lnTo>
                    <a:pt x="3475862" y="727089"/>
                  </a:lnTo>
                  <a:lnTo>
                    <a:pt x="3464619" y="710381"/>
                  </a:lnTo>
                  <a:lnTo>
                    <a:pt x="3460494" y="689942"/>
                  </a:lnTo>
                  <a:lnTo>
                    <a:pt x="3464619" y="669509"/>
                  </a:lnTo>
                  <a:lnTo>
                    <a:pt x="3475862" y="652804"/>
                  </a:lnTo>
                  <a:lnTo>
                    <a:pt x="3492525" y="641532"/>
                  </a:lnTo>
                  <a:lnTo>
                    <a:pt x="3512912" y="637396"/>
                  </a:lnTo>
                  <a:lnTo>
                    <a:pt x="3533299" y="641532"/>
                  </a:lnTo>
                  <a:lnTo>
                    <a:pt x="3549962" y="652804"/>
                  </a:lnTo>
                  <a:lnTo>
                    <a:pt x="3561205" y="669509"/>
                  </a:lnTo>
                  <a:lnTo>
                    <a:pt x="3565329" y="689942"/>
                  </a:lnTo>
                  <a:lnTo>
                    <a:pt x="3561205" y="710381"/>
                  </a:lnTo>
                  <a:lnTo>
                    <a:pt x="3549962" y="727089"/>
                  </a:lnTo>
                  <a:lnTo>
                    <a:pt x="3533299" y="738363"/>
                  </a:lnTo>
                  <a:lnTo>
                    <a:pt x="3512912" y="742499"/>
                  </a:lnTo>
                  <a:close/>
                </a:path>
                <a:path w="7703819" h="1380489">
                  <a:moveTo>
                    <a:pt x="4204995" y="742499"/>
                  </a:moveTo>
                  <a:lnTo>
                    <a:pt x="4184608" y="738363"/>
                  </a:lnTo>
                  <a:lnTo>
                    <a:pt x="4167945" y="727089"/>
                  </a:lnTo>
                  <a:lnTo>
                    <a:pt x="4156702" y="710381"/>
                  </a:lnTo>
                  <a:lnTo>
                    <a:pt x="4152578" y="689942"/>
                  </a:lnTo>
                  <a:lnTo>
                    <a:pt x="4156702" y="669509"/>
                  </a:lnTo>
                  <a:lnTo>
                    <a:pt x="4167945" y="652804"/>
                  </a:lnTo>
                  <a:lnTo>
                    <a:pt x="4184608" y="641532"/>
                  </a:lnTo>
                  <a:lnTo>
                    <a:pt x="4204995" y="637396"/>
                  </a:lnTo>
                  <a:lnTo>
                    <a:pt x="4225385" y="641532"/>
                  </a:lnTo>
                  <a:lnTo>
                    <a:pt x="4242056" y="652804"/>
                  </a:lnTo>
                  <a:lnTo>
                    <a:pt x="4253307" y="669509"/>
                  </a:lnTo>
                  <a:lnTo>
                    <a:pt x="4257435" y="689942"/>
                  </a:lnTo>
                  <a:lnTo>
                    <a:pt x="4253307" y="710381"/>
                  </a:lnTo>
                  <a:lnTo>
                    <a:pt x="4242056" y="727089"/>
                  </a:lnTo>
                  <a:lnTo>
                    <a:pt x="4225385" y="738363"/>
                  </a:lnTo>
                  <a:lnTo>
                    <a:pt x="4204995" y="742499"/>
                  </a:lnTo>
                  <a:close/>
                </a:path>
                <a:path w="7703819" h="1380489">
                  <a:moveTo>
                    <a:pt x="4897103" y="742499"/>
                  </a:moveTo>
                  <a:lnTo>
                    <a:pt x="4876716" y="738363"/>
                  </a:lnTo>
                  <a:lnTo>
                    <a:pt x="4860053" y="727089"/>
                  </a:lnTo>
                  <a:lnTo>
                    <a:pt x="4848811" y="710381"/>
                  </a:lnTo>
                  <a:lnTo>
                    <a:pt x="4844686" y="689942"/>
                  </a:lnTo>
                  <a:lnTo>
                    <a:pt x="4848810" y="669509"/>
                  </a:lnTo>
                  <a:lnTo>
                    <a:pt x="4860053" y="652804"/>
                  </a:lnTo>
                  <a:lnTo>
                    <a:pt x="4876716" y="641532"/>
                  </a:lnTo>
                  <a:lnTo>
                    <a:pt x="4897103" y="637396"/>
                  </a:lnTo>
                  <a:lnTo>
                    <a:pt x="4917490" y="641532"/>
                  </a:lnTo>
                  <a:lnTo>
                    <a:pt x="4934153" y="652804"/>
                  </a:lnTo>
                  <a:lnTo>
                    <a:pt x="4945396" y="669509"/>
                  </a:lnTo>
                  <a:lnTo>
                    <a:pt x="4949521" y="689942"/>
                  </a:lnTo>
                  <a:lnTo>
                    <a:pt x="4945396" y="710381"/>
                  </a:lnTo>
                  <a:lnTo>
                    <a:pt x="4934153" y="727089"/>
                  </a:lnTo>
                  <a:lnTo>
                    <a:pt x="4917490" y="738363"/>
                  </a:lnTo>
                  <a:lnTo>
                    <a:pt x="4897103" y="742499"/>
                  </a:lnTo>
                  <a:close/>
                </a:path>
                <a:path w="7703819" h="1380489">
                  <a:moveTo>
                    <a:pt x="5589209" y="742499"/>
                  </a:moveTo>
                  <a:lnTo>
                    <a:pt x="5568819" y="738363"/>
                  </a:lnTo>
                  <a:lnTo>
                    <a:pt x="5552149" y="727089"/>
                  </a:lnTo>
                  <a:lnTo>
                    <a:pt x="5540900" y="710381"/>
                  </a:lnTo>
                  <a:lnTo>
                    <a:pt x="5536772" y="689942"/>
                  </a:lnTo>
                  <a:lnTo>
                    <a:pt x="5540900" y="669509"/>
                  </a:lnTo>
                  <a:lnTo>
                    <a:pt x="5552149" y="652804"/>
                  </a:lnTo>
                  <a:lnTo>
                    <a:pt x="5568819" y="641532"/>
                  </a:lnTo>
                  <a:lnTo>
                    <a:pt x="5589209" y="637396"/>
                  </a:lnTo>
                  <a:lnTo>
                    <a:pt x="5609595" y="641532"/>
                  </a:lnTo>
                  <a:lnTo>
                    <a:pt x="5626259" y="652804"/>
                  </a:lnTo>
                  <a:lnTo>
                    <a:pt x="5637502" y="669509"/>
                  </a:lnTo>
                  <a:lnTo>
                    <a:pt x="5641626" y="689942"/>
                  </a:lnTo>
                  <a:lnTo>
                    <a:pt x="5637502" y="710381"/>
                  </a:lnTo>
                  <a:lnTo>
                    <a:pt x="5626259" y="727089"/>
                  </a:lnTo>
                  <a:lnTo>
                    <a:pt x="5609596" y="738363"/>
                  </a:lnTo>
                  <a:lnTo>
                    <a:pt x="5589209" y="742499"/>
                  </a:lnTo>
                  <a:close/>
                </a:path>
                <a:path w="7703819" h="1380489">
                  <a:moveTo>
                    <a:pt x="52417" y="1379885"/>
                  </a:moveTo>
                  <a:lnTo>
                    <a:pt x="32030" y="1375749"/>
                  </a:lnTo>
                  <a:lnTo>
                    <a:pt x="15367" y="1364475"/>
                  </a:lnTo>
                  <a:lnTo>
                    <a:pt x="4124" y="1347767"/>
                  </a:lnTo>
                  <a:lnTo>
                    <a:pt x="0" y="1327329"/>
                  </a:lnTo>
                  <a:lnTo>
                    <a:pt x="4124" y="1306896"/>
                  </a:lnTo>
                  <a:lnTo>
                    <a:pt x="15367" y="1290191"/>
                  </a:lnTo>
                  <a:lnTo>
                    <a:pt x="32030" y="1278918"/>
                  </a:lnTo>
                  <a:lnTo>
                    <a:pt x="52417" y="1274782"/>
                  </a:lnTo>
                  <a:lnTo>
                    <a:pt x="72807" y="1278918"/>
                  </a:lnTo>
                  <a:lnTo>
                    <a:pt x="89479" y="1290191"/>
                  </a:lnTo>
                  <a:lnTo>
                    <a:pt x="100729" y="1306896"/>
                  </a:lnTo>
                  <a:lnTo>
                    <a:pt x="104857" y="1327329"/>
                  </a:lnTo>
                  <a:lnTo>
                    <a:pt x="100729" y="1347767"/>
                  </a:lnTo>
                  <a:lnTo>
                    <a:pt x="89479" y="1364475"/>
                  </a:lnTo>
                  <a:lnTo>
                    <a:pt x="72807" y="1375749"/>
                  </a:lnTo>
                  <a:lnTo>
                    <a:pt x="52417" y="1379885"/>
                  </a:lnTo>
                  <a:close/>
                </a:path>
                <a:path w="7703819" h="1380489">
                  <a:moveTo>
                    <a:pt x="744526" y="1379885"/>
                  </a:moveTo>
                  <a:lnTo>
                    <a:pt x="724139" y="1375749"/>
                  </a:lnTo>
                  <a:lnTo>
                    <a:pt x="707476" y="1364475"/>
                  </a:lnTo>
                  <a:lnTo>
                    <a:pt x="696233" y="1347767"/>
                  </a:lnTo>
                  <a:lnTo>
                    <a:pt x="692108" y="1327329"/>
                  </a:lnTo>
                  <a:lnTo>
                    <a:pt x="696233" y="1306896"/>
                  </a:lnTo>
                  <a:lnTo>
                    <a:pt x="707476" y="1290191"/>
                  </a:lnTo>
                  <a:lnTo>
                    <a:pt x="724139" y="1278918"/>
                  </a:lnTo>
                  <a:lnTo>
                    <a:pt x="744526" y="1274782"/>
                  </a:lnTo>
                  <a:lnTo>
                    <a:pt x="764912" y="1278918"/>
                  </a:lnTo>
                  <a:lnTo>
                    <a:pt x="781576" y="1290191"/>
                  </a:lnTo>
                  <a:lnTo>
                    <a:pt x="792819" y="1306896"/>
                  </a:lnTo>
                  <a:lnTo>
                    <a:pt x="796943" y="1327329"/>
                  </a:lnTo>
                  <a:lnTo>
                    <a:pt x="792819" y="1347767"/>
                  </a:lnTo>
                  <a:lnTo>
                    <a:pt x="781576" y="1364475"/>
                  </a:lnTo>
                  <a:lnTo>
                    <a:pt x="764912" y="1375749"/>
                  </a:lnTo>
                  <a:lnTo>
                    <a:pt x="744526" y="1379885"/>
                  </a:lnTo>
                  <a:close/>
                </a:path>
                <a:path w="7703819" h="1380489">
                  <a:moveTo>
                    <a:pt x="1436612" y="1379885"/>
                  </a:moveTo>
                  <a:lnTo>
                    <a:pt x="1416225" y="1375749"/>
                  </a:lnTo>
                  <a:lnTo>
                    <a:pt x="1399562" y="1364475"/>
                  </a:lnTo>
                  <a:lnTo>
                    <a:pt x="1388319" y="1347767"/>
                  </a:lnTo>
                  <a:lnTo>
                    <a:pt x="1384194" y="1327329"/>
                  </a:lnTo>
                  <a:lnTo>
                    <a:pt x="1388319" y="1306896"/>
                  </a:lnTo>
                  <a:lnTo>
                    <a:pt x="1399562" y="1290191"/>
                  </a:lnTo>
                  <a:lnTo>
                    <a:pt x="1416225" y="1278918"/>
                  </a:lnTo>
                  <a:lnTo>
                    <a:pt x="1436612" y="1274782"/>
                  </a:lnTo>
                  <a:lnTo>
                    <a:pt x="1457002" y="1278918"/>
                  </a:lnTo>
                  <a:lnTo>
                    <a:pt x="1473672" y="1290191"/>
                  </a:lnTo>
                  <a:lnTo>
                    <a:pt x="1484922" y="1306896"/>
                  </a:lnTo>
                  <a:lnTo>
                    <a:pt x="1489052" y="1327329"/>
                  </a:lnTo>
                  <a:lnTo>
                    <a:pt x="1484924" y="1347767"/>
                  </a:lnTo>
                  <a:lnTo>
                    <a:pt x="1473673" y="1364475"/>
                  </a:lnTo>
                  <a:lnTo>
                    <a:pt x="1457002" y="1375749"/>
                  </a:lnTo>
                  <a:lnTo>
                    <a:pt x="1436612" y="1379885"/>
                  </a:lnTo>
                  <a:close/>
                </a:path>
                <a:path w="7703819" h="1380489">
                  <a:moveTo>
                    <a:pt x="2128717" y="1379885"/>
                  </a:moveTo>
                  <a:lnTo>
                    <a:pt x="2108330" y="1375749"/>
                  </a:lnTo>
                  <a:lnTo>
                    <a:pt x="2091667" y="1364475"/>
                  </a:lnTo>
                  <a:lnTo>
                    <a:pt x="2080424" y="1347767"/>
                  </a:lnTo>
                  <a:lnTo>
                    <a:pt x="2076300" y="1327329"/>
                  </a:lnTo>
                  <a:lnTo>
                    <a:pt x="2080424" y="1306896"/>
                  </a:lnTo>
                  <a:lnTo>
                    <a:pt x="2091667" y="1290191"/>
                  </a:lnTo>
                  <a:lnTo>
                    <a:pt x="2108330" y="1278918"/>
                  </a:lnTo>
                  <a:lnTo>
                    <a:pt x="2128717" y="1274782"/>
                  </a:lnTo>
                  <a:lnTo>
                    <a:pt x="2149104" y="1278918"/>
                  </a:lnTo>
                  <a:lnTo>
                    <a:pt x="2165767" y="1290191"/>
                  </a:lnTo>
                  <a:lnTo>
                    <a:pt x="2177010" y="1306896"/>
                  </a:lnTo>
                  <a:lnTo>
                    <a:pt x="2181135" y="1327329"/>
                  </a:lnTo>
                  <a:lnTo>
                    <a:pt x="2177010" y="1347767"/>
                  </a:lnTo>
                  <a:lnTo>
                    <a:pt x="2165767" y="1364475"/>
                  </a:lnTo>
                  <a:lnTo>
                    <a:pt x="2149104" y="1375749"/>
                  </a:lnTo>
                  <a:lnTo>
                    <a:pt x="2128717" y="1379885"/>
                  </a:lnTo>
                  <a:close/>
                </a:path>
                <a:path w="7703819" h="1380489">
                  <a:moveTo>
                    <a:pt x="2820803" y="1379885"/>
                  </a:moveTo>
                  <a:lnTo>
                    <a:pt x="2800416" y="1375749"/>
                  </a:lnTo>
                  <a:lnTo>
                    <a:pt x="2783753" y="1364475"/>
                  </a:lnTo>
                  <a:lnTo>
                    <a:pt x="2772510" y="1347767"/>
                  </a:lnTo>
                  <a:lnTo>
                    <a:pt x="2768386" y="1327329"/>
                  </a:lnTo>
                  <a:lnTo>
                    <a:pt x="2772510" y="1306896"/>
                  </a:lnTo>
                  <a:lnTo>
                    <a:pt x="2783753" y="1290191"/>
                  </a:lnTo>
                  <a:lnTo>
                    <a:pt x="2800416" y="1278918"/>
                  </a:lnTo>
                  <a:lnTo>
                    <a:pt x="2820803" y="1274782"/>
                  </a:lnTo>
                  <a:lnTo>
                    <a:pt x="2841193" y="1278918"/>
                  </a:lnTo>
                  <a:lnTo>
                    <a:pt x="2857865" y="1290191"/>
                  </a:lnTo>
                  <a:lnTo>
                    <a:pt x="2869115" y="1306896"/>
                  </a:lnTo>
                  <a:lnTo>
                    <a:pt x="2873243" y="1327329"/>
                  </a:lnTo>
                  <a:lnTo>
                    <a:pt x="2869115" y="1347767"/>
                  </a:lnTo>
                  <a:lnTo>
                    <a:pt x="2857865" y="1364475"/>
                  </a:lnTo>
                  <a:lnTo>
                    <a:pt x="2841193" y="1375749"/>
                  </a:lnTo>
                  <a:lnTo>
                    <a:pt x="2820803" y="1379885"/>
                  </a:lnTo>
                  <a:close/>
                </a:path>
                <a:path w="7703819" h="1380489">
                  <a:moveTo>
                    <a:pt x="3512912" y="1379885"/>
                  </a:moveTo>
                  <a:lnTo>
                    <a:pt x="3492525" y="1375749"/>
                  </a:lnTo>
                  <a:lnTo>
                    <a:pt x="3475862" y="1364475"/>
                  </a:lnTo>
                  <a:lnTo>
                    <a:pt x="3464619" y="1347767"/>
                  </a:lnTo>
                  <a:lnTo>
                    <a:pt x="3460494" y="1327329"/>
                  </a:lnTo>
                  <a:lnTo>
                    <a:pt x="3464619" y="1306896"/>
                  </a:lnTo>
                  <a:lnTo>
                    <a:pt x="3475862" y="1290191"/>
                  </a:lnTo>
                  <a:lnTo>
                    <a:pt x="3492525" y="1278918"/>
                  </a:lnTo>
                  <a:lnTo>
                    <a:pt x="3512912" y="1274782"/>
                  </a:lnTo>
                  <a:lnTo>
                    <a:pt x="3533299" y="1278918"/>
                  </a:lnTo>
                  <a:lnTo>
                    <a:pt x="3549962" y="1290191"/>
                  </a:lnTo>
                  <a:lnTo>
                    <a:pt x="3561205" y="1306896"/>
                  </a:lnTo>
                  <a:lnTo>
                    <a:pt x="3565329" y="1327329"/>
                  </a:lnTo>
                  <a:lnTo>
                    <a:pt x="3561205" y="1347767"/>
                  </a:lnTo>
                  <a:lnTo>
                    <a:pt x="3549962" y="1364475"/>
                  </a:lnTo>
                  <a:lnTo>
                    <a:pt x="3533299" y="1375749"/>
                  </a:lnTo>
                  <a:lnTo>
                    <a:pt x="3512912" y="1379885"/>
                  </a:lnTo>
                  <a:close/>
                </a:path>
                <a:path w="7703819" h="1380489">
                  <a:moveTo>
                    <a:pt x="4204995" y="1379885"/>
                  </a:moveTo>
                  <a:lnTo>
                    <a:pt x="4184608" y="1375749"/>
                  </a:lnTo>
                  <a:lnTo>
                    <a:pt x="4167945" y="1364475"/>
                  </a:lnTo>
                  <a:lnTo>
                    <a:pt x="4156702" y="1347767"/>
                  </a:lnTo>
                  <a:lnTo>
                    <a:pt x="4152578" y="1327329"/>
                  </a:lnTo>
                  <a:lnTo>
                    <a:pt x="4156702" y="1306896"/>
                  </a:lnTo>
                  <a:lnTo>
                    <a:pt x="4167945" y="1290191"/>
                  </a:lnTo>
                  <a:lnTo>
                    <a:pt x="4184608" y="1278918"/>
                  </a:lnTo>
                  <a:lnTo>
                    <a:pt x="4204995" y="1274782"/>
                  </a:lnTo>
                  <a:lnTo>
                    <a:pt x="4225385" y="1278918"/>
                  </a:lnTo>
                  <a:lnTo>
                    <a:pt x="4242056" y="1290191"/>
                  </a:lnTo>
                  <a:lnTo>
                    <a:pt x="4253307" y="1306896"/>
                  </a:lnTo>
                  <a:lnTo>
                    <a:pt x="4257435" y="1327329"/>
                  </a:lnTo>
                  <a:lnTo>
                    <a:pt x="4253307" y="1347767"/>
                  </a:lnTo>
                  <a:lnTo>
                    <a:pt x="4242056" y="1364475"/>
                  </a:lnTo>
                  <a:lnTo>
                    <a:pt x="4225385" y="1375749"/>
                  </a:lnTo>
                  <a:lnTo>
                    <a:pt x="4204995" y="1379885"/>
                  </a:lnTo>
                  <a:close/>
                </a:path>
                <a:path w="7703819" h="1380489">
                  <a:moveTo>
                    <a:pt x="4897103" y="1379885"/>
                  </a:moveTo>
                  <a:lnTo>
                    <a:pt x="4876716" y="1375749"/>
                  </a:lnTo>
                  <a:lnTo>
                    <a:pt x="4860053" y="1364475"/>
                  </a:lnTo>
                  <a:lnTo>
                    <a:pt x="4848811" y="1347767"/>
                  </a:lnTo>
                  <a:lnTo>
                    <a:pt x="4844686" y="1327329"/>
                  </a:lnTo>
                  <a:lnTo>
                    <a:pt x="4848810" y="1306896"/>
                  </a:lnTo>
                  <a:lnTo>
                    <a:pt x="4860053" y="1290191"/>
                  </a:lnTo>
                  <a:lnTo>
                    <a:pt x="4876716" y="1278918"/>
                  </a:lnTo>
                  <a:lnTo>
                    <a:pt x="4897103" y="1274782"/>
                  </a:lnTo>
                  <a:lnTo>
                    <a:pt x="4917490" y="1278918"/>
                  </a:lnTo>
                  <a:lnTo>
                    <a:pt x="4934153" y="1290191"/>
                  </a:lnTo>
                  <a:lnTo>
                    <a:pt x="4945396" y="1306896"/>
                  </a:lnTo>
                  <a:lnTo>
                    <a:pt x="4949521" y="1327329"/>
                  </a:lnTo>
                  <a:lnTo>
                    <a:pt x="4945396" y="1347767"/>
                  </a:lnTo>
                  <a:lnTo>
                    <a:pt x="4934153" y="1364475"/>
                  </a:lnTo>
                  <a:lnTo>
                    <a:pt x="4917490" y="1375749"/>
                  </a:lnTo>
                  <a:lnTo>
                    <a:pt x="4897103" y="1379885"/>
                  </a:lnTo>
                  <a:close/>
                </a:path>
                <a:path w="7703819" h="1380489">
                  <a:moveTo>
                    <a:pt x="5589209" y="1379885"/>
                  </a:moveTo>
                  <a:lnTo>
                    <a:pt x="5568819" y="1375749"/>
                  </a:lnTo>
                  <a:lnTo>
                    <a:pt x="5552149" y="1364475"/>
                  </a:lnTo>
                  <a:lnTo>
                    <a:pt x="5540900" y="1347767"/>
                  </a:lnTo>
                  <a:lnTo>
                    <a:pt x="5536772" y="1327329"/>
                  </a:lnTo>
                  <a:lnTo>
                    <a:pt x="5540900" y="1306896"/>
                  </a:lnTo>
                  <a:lnTo>
                    <a:pt x="5552149" y="1290191"/>
                  </a:lnTo>
                  <a:lnTo>
                    <a:pt x="5568819" y="1278918"/>
                  </a:lnTo>
                  <a:lnTo>
                    <a:pt x="5589209" y="1274782"/>
                  </a:lnTo>
                  <a:lnTo>
                    <a:pt x="5609595" y="1278918"/>
                  </a:lnTo>
                  <a:lnTo>
                    <a:pt x="5626259" y="1290191"/>
                  </a:lnTo>
                  <a:lnTo>
                    <a:pt x="5637502" y="1306896"/>
                  </a:lnTo>
                  <a:lnTo>
                    <a:pt x="5641626" y="1327329"/>
                  </a:lnTo>
                  <a:lnTo>
                    <a:pt x="5637502" y="1347767"/>
                  </a:lnTo>
                  <a:lnTo>
                    <a:pt x="5626259" y="1364475"/>
                  </a:lnTo>
                  <a:lnTo>
                    <a:pt x="5609596" y="1375749"/>
                  </a:lnTo>
                  <a:lnTo>
                    <a:pt x="5589209" y="1379885"/>
                  </a:lnTo>
                  <a:close/>
                </a:path>
                <a:path w="7703819" h="1380489">
                  <a:moveTo>
                    <a:pt x="6266792" y="105103"/>
                  </a:moveTo>
                  <a:lnTo>
                    <a:pt x="6246406" y="100967"/>
                  </a:lnTo>
                  <a:lnTo>
                    <a:pt x="6229743" y="89694"/>
                  </a:lnTo>
                  <a:lnTo>
                    <a:pt x="6218500" y="72989"/>
                  </a:lnTo>
                  <a:lnTo>
                    <a:pt x="6214375" y="52556"/>
                  </a:lnTo>
                  <a:lnTo>
                    <a:pt x="6218500" y="32117"/>
                  </a:lnTo>
                  <a:lnTo>
                    <a:pt x="6229742" y="15410"/>
                  </a:lnTo>
                  <a:lnTo>
                    <a:pt x="6246406" y="4136"/>
                  </a:lnTo>
                  <a:lnTo>
                    <a:pt x="6266792" y="0"/>
                  </a:lnTo>
                  <a:lnTo>
                    <a:pt x="6287183" y="4136"/>
                  </a:lnTo>
                  <a:lnTo>
                    <a:pt x="6303854" y="15410"/>
                  </a:lnTo>
                  <a:lnTo>
                    <a:pt x="6315105" y="32117"/>
                  </a:lnTo>
                  <a:lnTo>
                    <a:pt x="6319233" y="52556"/>
                  </a:lnTo>
                  <a:lnTo>
                    <a:pt x="6315104" y="72989"/>
                  </a:lnTo>
                  <a:lnTo>
                    <a:pt x="6303854" y="89694"/>
                  </a:lnTo>
                  <a:lnTo>
                    <a:pt x="6287183" y="100967"/>
                  </a:lnTo>
                  <a:lnTo>
                    <a:pt x="6266792" y="105103"/>
                  </a:lnTo>
                  <a:close/>
                </a:path>
                <a:path w="7703819" h="1380489">
                  <a:moveTo>
                    <a:pt x="6958901" y="105103"/>
                  </a:moveTo>
                  <a:lnTo>
                    <a:pt x="6938514" y="100967"/>
                  </a:lnTo>
                  <a:lnTo>
                    <a:pt x="6921851" y="89694"/>
                  </a:lnTo>
                  <a:lnTo>
                    <a:pt x="6910609" y="72989"/>
                  </a:lnTo>
                  <a:lnTo>
                    <a:pt x="6906484" y="52556"/>
                  </a:lnTo>
                  <a:lnTo>
                    <a:pt x="6910609" y="32117"/>
                  </a:lnTo>
                  <a:lnTo>
                    <a:pt x="6921851" y="15410"/>
                  </a:lnTo>
                  <a:lnTo>
                    <a:pt x="6938514" y="4136"/>
                  </a:lnTo>
                  <a:lnTo>
                    <a:pt x="6958901" y="0"/>
                  </a:lnTo>
                  <a:lnTo>
                    <a:pt x="6979288" y="4136"/>
                  </a:lnTo>
                  <a:lnTo>
                    <a:pt x="6995952" y="15410"/>
                  </a:lnTo>
                  <a:lnTo>
                    <a:pt x="7007194" y="32117"/>
                  </a:lnTo>
                  <a:lnTo>
                    <a:pt x="7011319" y="52556"/>
                  </a:lnTo>
                  <a:lnTo>
                    <a:pt x="7007194" y="72989"/>
                  </a:lnTo>
                  <a:lnTo>
                    <a:pt x="6995951" y="89694"/>
                  </a:lnTo>
                  <a:lnTo>
                    <a:pt x="6979288" y="100967"/>
                  </a:lnTo>
                  <a:lnTo>
                    <a:pt x="6958901" y="105103"/>
                  </a:lnTo>
                  <a:close/>
                </a:path>
                <a:path w="7703819" h="1380489">
                  <a:moveTo>
                    <a:pt x="7651007" y="105103"/>
                  </a:moveTo>
                  <a:lnTo>
                    <a:pt x="7630619" y="100967"/>
                  </a:lnTo>
                  <a:lnTo>
                    <a:pt x="7613948" y="89694"/>
                  </a:lnTo>
                  <a:lnTo>
                    <a:pt x="7602698" y="72989"/>
                  </a:lnTo>
                  <a:lnTo>
                    <a:pt x="7598570" y="52556"/>
                  </a:lnTo>
                  <a:lnTo>
                    <a:pt x="7602698" y="32117"/>
                  </a:lnTo>
                  <a:lnTo>
                    <a:pt x="7613947" y="15410"/>
                  </a:lnTo>
                  <a:lnTo>
                    <a:pt x="7630617" y="4136"/>
                  </a:lnTo>
                  <a:lnTo>
                    <a:pt x="7651007" y="0"/>
                  </a:lnTo>
                  <a:lnTo>
                    <a:pt x="7671394" y="4136"/>
                  </a:lnTo>
                  <a:lnTo>
                    <a:pt x="7688057" y="15410"/>
                  </a:lnTo>
                  <a:lnTo>
                    <a:pt x="7699300" y="32117"/>
                  </a:lnTo>
                  <a:lnTo>
                    <a:pt x="7703424" y="52556"/>
                  </a:lnTo>
                  <a:lnTo>
                    <a:pt x="7699300" y="72989"/>
                  </a:lnTo>
                  <a:lnTo>
                    <a:pt x="7688057" y="89694"/>
                  </a:lnTo>
                  <a:lnTo>
                    <a:pt x="7671394" y="100967"/>
                  </a:lnTo>
                  <a:lnTo>
                    <a:pt x="7651007" y="105103"/>
                  </a:lnTo>
                  <a:close/>
                </a:path>
                <a:path w="7703819" h="1380489">
                  <a:moveTo>
                    <a:pt x="6266792" y="742499"/>
                  </a:moveTo>
                  <a:lnTo>
                    <a:pt x="6246406" y="738363"/>
                  </a:lnTo>
                  <a:lnTo>
                    <a:pt x="6229743" y="727089"/>
                  </a:lnTo>
                  <a:lnTo>
                    <a:pt x="6218500" y="710381"/>
                  </a:lnTo>
                  <a:lnTo>
                    <a:pt x="6214375" y="689942"/>
                  </a:lnTo>
                  <a:lnTo>
                    <a:pt x="6218500" y="669509"/>
                  </a:lnTo>
                  <a:lnTo>
                    <a:pt x="6229742" y="652804"/>
                  </a:lnTo>
                  <a:lnTo>
                    <a:pt x="6246406" y="641532"/>
                  </a:lnTo>
                  <a:lnTo>
                    <a:pt x="6266792" y="637396"/>
                  </a:lnTo>
                  <a:lnTo>
                    <a:pt x="6287183" y="641532"/>
                  </a:lnTo>
                  <a:lnTo>
                    <a:pt x="6303854" y="652804"/>
                  </a:lnTo>
                  <a:lnTo>
                    <a:pt x="6315105" y="669509"/>
                  </a:lnTo>
                  <a:lnTo>
                    <a:pt x="6319233" y="689942"/>
                  </a:lnTo>
                  <a:lnTo>
                    <a:pt x="6315104" y="710381"/>
                  </a:lnTo>
                  <a:lnTo>
                    <a:pt x="6303854" y="727089"/>
                  </a:lnTo>
                  <a:lnTo>
                    <a:pt x="6287183" y="738363"/>
                  </a:lnTo>
                  <a:lnTo>
                    <a:pt x="6266792" y="742499"/>
                  </a:lnTo>
                  <a:close/>
                </a:path>
                <a:path w="7703819" h="1380489">
                  <a:moveTo>
                    <a:pt x="6958901" y="742499"/>
                  </a:moveTo>
                  <a:lnTo>
                    <a:pt x="6938514" y="738363"/>
                  </a:lnTo>
                  <a:lnTo>
                    <a:pt x="6921851" y="727089"/>
                  </a:lnTo>
                  <a:lnTo>
                    <a:pt x="6910609" y="710381"/>
                  </a:lnTo>
                  <a:lnTo>
                    <a:pt x="6906484" y="689942"/>
                  </a:lnTo>
                  <a:lnTo>
                    <a:pt x="6910609" y="669509"/>
                  </a:lnTo>
                  <a:lnTo>
                    <a:pt x="6921851" y="652804"/>
                  </a:lnTo>
                  <a:lnTo>
                    <a:pt x="6938514" y="641532"/>
                  </a:lnTo>
                  <a:lnTo>
                    <a:pt x="6958901" y="637396"/>
                  </a:lnTo>
                  <a:lnTo>
                    <a:pt x="6979288" y="641532"/>
                  </a:lnTo>
                  <a:lnTo>
                    <a:pt x="6995952" y="652804"/>
                  </a:lnTo>
                  <a:lnTo>
                    <a:pt x="7007194" y="669509"/>
                  </a:lnTo>
                  <a:lnTo>
                    <a:pt x="7011319" y="689942"/>
                  </a:lnTo>
                  <a:lnTo>
                    <a:pt x="7007194" y="710381"/>
                  </a:lnTo>
                  <a:lnTo>
                    <a:pt x="6995951" y="727089"/>
                  </a:lnTo>
                  <a:lnTo>
                    <a:pt x="6979288" y="738363"/>
                  </a:lnTo>
                  <a:lnTo>
                    <a:pt x="6958901" y="742499"/>
                  </a:lnTo>
                  <a:close/>
                </a:path>
                <a:path w="7703819" h="1380489">
                  <a:moveTo>
                    <a:pt x="6266792" y="1379885"/>
                  </a:moveTo>
                  <a:lnTo>
                    <a:pt x="6246406" y="1375749"/>
                  </a:lnTo>
                  <a:lnTo>
                    <a:pt x="6229743" y="1364475"/>
                  </a:lnTo>
                  <a:lnTo>
                    <a:pt x="6218500" y="1347767"/>
                  </a:lnTo>
                  <a:lnTo>
                    <a:pt x="6214375" y="1327329"/>
                  </a:lnTo>
                  <a:lnTo>
                    <a:pt x="6218500" y="1306896"/>
                  </a:lnTo>
                  <a:lnTo>
                    <a:pt x="6229742" y="1290191"/>
                  </a:lnTo>
                  <a:lnTo>
                    <a:pt x="6246406" y="1278918"/>
                  </a:lnTo>
                  <a:lnTo>
                    <a:pt x="6266792" y="1274782"/>
                  </a:lnTo>
                  <a:lnTo>
                    <a:pt x="6287183" y="1278918"/>
                  </a:lnTo>
                  <a:lnTo>
                    <a:pt x="6303854" y="1290191"/>
                  </a:lnTo>
                  <a:lnTo>
                    <a:pt x="6315105" y="1306896"/>
                  </a:lnTo>
                  <a:lnTo>
                    <a:pt x="6319233" y="1327329"/>
                  </a:lnTo>
                  <a:lnTo>
                    <a:pt x="6315104" y="1347767"/>
                  </a:lnTo>
                  <a:lnTo>
                    <a:pt x="6303854" y="1364475"/>
                  </a:lnTo>
                  <a:lnTo>
                    <a:pt x="6287183" y="1375749"/>
                  </a:lnTo>
                  <a:lnTo>
                    <a:pt x="6266792" y="1379885"/>
                  </a:lnTo>
                  <a:close/>
                </a:path>
                <a:path w="7703819" h="1380489">
                  <a:moveTo>
                    <a:pt x="6958901" y="1379885"/>
                  </a:moveTo>
                  <a:lnTo>
                    <a:pt x="6938514" y="1375749"/>
                  </a:lnTo>
                  <a:lnTo>
                    <a:pt x="6921851" y="1364475"/>
                  </a:lnTo>
                  <a:lnTo>
                    <a:pt x="6910609" y="1347767"/>
                  </a:lnTo>
                  <a:lnTo>
                    <a:pt x="6906484" y="1327329"/>
                  </a:lnTo>
                  <a:lnTo>
                    <a:pt x="6910609" y="1306896"/>
                  </a:lnTo>
                  <a:lnTo>
                    <a:pt x="6921851" y="1290191"/>
                  </a:lnTo>
                  <a:lnTo>
                    <a:pt x="6938514" y="1278918"/>
                  </a:lnTo>
                  <a:lnTo>
                    <a:pt x="6958901" y="1274782"/>
                  </a:lnTo>
                  <a:lnTo>
                    <a:pt x="6979288" y="1278918"/>
                  </a:lnTo>
                  <a:lnTo>
                    <a:pt x="6995952" y="1290191"/>
                  </a:lnTo>
                  <a:lnTo>
                    <a:pt x="7007194" y="1306896"/>
                  </a:lnTo>
                  <a:lnTo>
                    <a:pt x="7011319" y="1327329"/>
                  </a:lnTo>
                  <a:lnTo>
                    <a:pt x="7007194" y="1347767"/>
                  </a:lnTo>
                  <a:lnTo>
                    <a:pt x="6995951" y="1364475"/>
                  </a:lnTo>
                  <a:lnTo>
                    <a:pt x="6979288" y="1375749"/>
                  </a:lnTo>
                  <a:lnTo>
                    <a:pt x="6958901" y="1379885"/>
                  </a:lnTo>
                  <a:close/>
                </a:path>
                <a:path w="7703819" h="1380489">
                  <a:moveTo>
                    <a:pt x="7651007" y="1379885"/>
                  </a:moveTo>
                  <a:lnTo>
                    <a:pt x="7630619" y="1375749"/>
                  </a:lnTo>
                  <a:lnTo>
                    <a:pt x="7613948" y="1364475"/>
                  </a:lnTo>
                  <a:lnTo>
                    <a:pt x="7602698" y="1347767"/>
                  </a:lnTo>
                  <a:lnTo>
                    <a:pt x="7598570" y="1327329"/>
                  </a:lnTo>
                  <a:lnTo>
                    <a:pt x="7602698" y="1306896"/>
                  </a:lnTo>
                  <a:lnTo>
                    <a:pt x="7613947" y="1290191"/>
                  </a:lnTo>
                  <a:lnTo>
                    <a:pt x="7630617" y="1278918"/>
                  </a:lnTo>
                  <a:lnTo>
                    <a:pt x="7651007" y="1274782"/>
                  </a:lnTo>
                  <a:lnTo>
                    <a:pt x="7671394" y="1278918"/>
                  </a:lnTo>
                  <a:lnTo>
                    <a:pt x="7688057" y="1290191"/>
                  </a:lnTo>
                  <a:lnTo>
                    <a:pt x="7699300" y="1306896"/>
                  </a:lnTo>
                  <a:lnTo>
                    <a:pt x="7703424" y="1327329"/>
                  </a:lnTo>
                  <a:lnTo>
                    <a:pt x="7699300" y="1347767"/>
                  </a:lnTo>
                  <a:lnTo>
                    <a:pt x="7688057" y="1364475"/>
                  </a:lnTo>
                  <a:lnTo>
                    <a:pt x="7671394" y="1375749"/>
                  </a:lnTo>
                  <a:lnTo>
                    <a:pt x="7651007" y="1379885"/>
                  </a:lnTo>
                  <a:close/>
                </a:path>
              </a:pathLst>
            </a:custGeom>
            <a:solidFill>
              <a:srgbClr val="FBFD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16540706" y="2"/>
            <a:ext cx="1747520" cy="10274300"/>
            <a:chOff x="16540706" y="2"/>
            <a:chExt cx="1747520" cy="102743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40706" y="2"/>
              <a:ext cx="1747292" cy="102742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958856" y="151682"/>
              <a:ext cx="949325" cy="9906000"/>
            </a:xfrm>
            <a:custGeom>
              <a:avLst/>
              <a:gdLst/>
              <a:ahLst/>
              <a:cxnLst/>
              <a:rect l="l" t="t" r="r" b="b"/>
              <a:pathLst>
                <a:path w="949325" h="9906000">
                  <a:moveTo>
                    <a:pt x="31869" y="50850"/>
                  </a:moveTo>
                  <a:lnTo>
                    <a:pt x="21964" y="48852"/>
                  </a:lnTo>
                  <a:lnTo>
                    <a:pt x="13875" y="43403"/>
                  </a:lnTo>
                  <a:lnTo>
                    <a:pt x="8421" y="35321"/>
                  </a:lnTo>
                  <a:lnTo>
                    <a:pt x="6421" y="25425"/>
                  </a:lnTo>
                  <a:lnTo>
                    <a:pt x="8421" y="15528"/>
                  </a:lnTo>
                  <a:lnTo>
                    <a:pt x="13875" y="7447"/>
                  </a:lnTo>
                  <a:lnTo>
                    <a:pt x="21964" y="1998"/>
                  </a:lnTo>
                  <a:lnTo>
                    <a:pt x="31869" y="0"/>
                  </a:lnTo>
                  <a:lnTo>
                    <a:pt x="41774" y="2000"/>
                  </a:lnTo>
                  <a:lnTo>
                    <a:pt x="49863" y="7449"/>
                  </a:lnTo>
                  <a:lnTo>
                    <a:pt x="55316" y="15530"/>
                  </a:lnTo>
                  <a:lnTo>
                    <a:pt x="57316" y="25425"/>
                  </a:lnTo>
                  <a:lnTo>
                    <a:pt x="55316" y="35321"/>
                  </a:lnTo>
                  <a:lnTo>
                    <a:pt x="49863" y="43403"/>
                  </a:lnTo>
                  <a:lnTo>
                    <a:pt x="41774" y="48852"/>
                  </a:lnTo>
                  <a:lnTo>
                    <a:pt x="31869" y="50850"/>
                  </a:lnTo>
                  <a:close/>
                </a:path>
                <a:path w="949325" h="9906000">
                  <a:moveTo>
                    <a:pt x="923755" y="50853"/>
                  </a:moveTo>
                  <a:lnTo>
                    <a:pt x="913850" y="48855"/>
                  </a:lnTo>
                  <a:lnTo>
                    <a:pt x="905761" y="43406"/>
                  </a:lnTo>
                  <a:lnTo>
                    <a:pt x="900307" y="35324"/>
                  </a:lnTo>
                  <a:lnTo>
                    <a:pt x="898307" y="25428"/>
                  </a:lnTo>
                  <a:lnTo>
                    <a:pt x="900307" y="15532"/>
                  </a:lnTo>
                  <a:lnTo>
                    <a:pt x="905761" y="7450"/>
                  </a:lnTo>
                  <a:lnTo>
                    <a:pt x="913850" y="2001"/>
                  </a:lnTo>
                  <a:lnTo>
                    <a:pt x="923755" y="3"/>
                  </a:lnTo>
                  <a:lnTo>
                    <a:pt x="933660" y="2001"/>
                  </a:lnTo>
                  <a:lnTo>
                    <a:pt x="941749" y="7450"/>
                  </a:lnTo>
                  <a:lnTo>
                    <a:pt x="947202" y="15532"/>
                  </a:lnTo>
                  <a:lnTo>
                    <a:pt x="949202" y="25428"/>
                  </a:lnTo>
                  <a:lnTo>
                    <a:pt x="947202" y="35324"/>
                  </a:lnTo>
                  <a:lnTo>
                    <a:pt x="941749" y="43406"/>
                  </a:lnTo>
                  <a:lnTo>
                    <a:pt x="933660" y="48855"/>
                  </a:lnTo>
                  <a:lnTo>
                    <a:pt x="923755" y="50853"/>
                  </a:lnTo>
                  <a:close/>
                </a:path>
                <a:path w="949325" h="9906000">
                  <a:moveTo>
                    <a:pt x="25447" y="7449577"/>
                  </a:moveTo>
                  <a:lnTo>
                    <a:pt x="15542" y="7447579"/>
                  </a:lnTo>
                  <a:lnTo>
                    <a:pt x="7453" y="7442130"/>
                  </a:lnTo>
                  <a:lnTo>
                    <a:pt x="1999" y="7434048"/>
                  </a:lnTo>
                  <a:lnTo>
                    <a:pt x="0" y="7424152"/>
                  </a:lnTo>
                  <a:lnTo>
                    <a:pt x="1999" y="7414256"/>
                  </a:lnTo>
                  <a:lnTo>
                    <a:pt x="7453" y="7406174"/>
                  </a:lnTo>
                  <a:lnTo>
                    <a:pt x="15542" y="7400725"/>
                  </a:lnTo>
                  <a:lnTo>
                    <a:pt x="25447" y="7398727"/>
                  </a:lnTo>
                  <a:lnTo>
                    <a:pt x="35352" y="7400725"/>
                  </a:lnTo>
                  <a:lnTo>
                    <a:pt x="43441" y="7406174"/>
                  </a:lnTo>
                  <a:lnTo>
                    <a:pt x="48895" y="7414256"/>
                  </a:lnTo>
                  <a:lnTo>
                    <a:pt x="50895" y="7424152"/>
                  </a:lnTo>
                  <a:lnTo>
                    <a:pt x="48895" y="7434048"/>
                  </a:lnTo>
                  <a:lnTo>
                    <a:pt x="43441" y="7442130"/>
                  </a:lnTo>
                  <a:lnTo>
                    <a:pt x="35352" y="7447579"/>
                  </a:lnTo>
                  <a:lnTo>
                    <a:pt x="25447" y="7449577"/>
                  </a:lnTo>
                  <a:close/>
                </a:path>
                <a:path w="949325" h="9906000">
                  <a:moveTo>
                    <a:pt x="917333" y="7449577"/>
                  </a:moveTo>
                  <a:lnTo>
                    <a:pt x="907428" y="7447579"/>
                  </a:lnTo>
                  <a:lnTo>
                    <a:pt x="899339" y="7442130"/>
                  </a:lnTo>
                  <a:lnTo>
                    <a:pt x="893886" y="7434048"/>
                  </a:lnTo>
                  <a:lnTo>
                    <a:pt x="891886" y="7424152"/>
                  </a:lnTo>
                  <a:lnTo>
                    <a:pt x="893886" y="7414256"/>
                  </a:lnTo>
                  <a:lnTo>
                    <a:pt x="899339" y="7406174"/>
                  </a:lnTo>
                  <a:lnTo>
                    <a:pt x="907428" y="7400725"/>
                  </a:lnTo>
                  <a:lnTo>
                    <a:pt x="917333" y="7398727"/>
                  </a:lnTo>
                  <a:lnTo>
                    <a:pt x="927238" y="7400725"/>
                  </a:lnTo>
                  <a:lnTo>
                    <a:pt x="935327" y="7406174"/>
                  </a:lnTo>
                  <a:lnTo>
                    <a:pt x="940781" y="7414256"/>
                  </a:lnTo>
                  <a:lnTo>
                    <a:pt x="942781" y="7424152"/>
                  </a:lnTo>
                  <a:lnTo>
                    <a:pt x="940781" y="7434048"/>
                  </a:lnTo>
                  <a:lnTo>
                    <a:pt x="935327" y="7442130"/>
                  </a:lnTo>
                  <a:lnTo>
                    <a:pt x="927238" y="7447579"/>
                  </a:lnTo>
                  <a:lnTo>
                    <a:pt x="917333" y="7449577"/>
                  </a:lnTo>
                  <a:close/>
                </a:path>
                <a:path w="949325" h="9906000">
                  <a:moveTo>
                    <a:pt x="31869" y="869494"/>
                  </a:moveTo>
                  <a:lnTo>
                    <a:pt x="21964" y="867496"/>
                  </a:lnTo>
                  <a:lnTo>
                    <a:pt x="13875" y="862047"/>
                  </a:lnTo>
                  <a:lnTo>
                    <a:pt x="8421" y="853965"/>
                  </a:lnTo>
                  <a:lnTo>
                    <a:pt x="6421" y="844069"/>
                  </a:lnTo>
                  <a:lnTo>
                    <a:pt x="8421" y="834173"/>
                  </a:lnTo>
                  <a:lnTo>
                    <a:pt x="13875" y="826091"/>
                  </a:lnTo>
                  <a:lnTo>
                    <a:pt x="21964" y="820642"/>
                  </a:lnTo>
                  <a:lnTo>
                    <a:pt x="31869" y="818644"/>
                  </a:lnTo>
                  <a:lnTo>
                    <a:pt x="41774" y="820642"/>
                  </a:lnTo>
                  <a:lnTo>
                    <a:pt x="49863" y="826091"/>
                  </a:lnTo>
                  <a:lnTo>
                    <a:pt x="55316" y="834173"/>
                  </a:lnTo>
                  <a:lnTo>
                    <a:pt x="57316" y="844069"/>
                  </a:lnTo>
                  <a:lnTo>
                    <a:pt x="55316" y="853965"/>
                  </a:lnTo>
                  <a:lnTo>
                    <a:pt x="49862" y="862047"/>
                  </a:lnTo>
                  <a:lnTo>
                    <a:pt x="41774" y="867496"/>
                  </a:lnTo>
                  <a:lnTo>
                    <a:pt x="31869" y="869494"/>
                  </a:lnTo>
                  <a:close/>
                </a:path>
                <a:path w="949325" h="9906000">
                  <a:moveTo>
                    <a:pt x="923755" y="869494"/>
                  </a:moveTo>
                  <a:lnTo>
                    <a:pt x="913850" y="867496"/>
                  </a:lnTo>
                  <a:lnTo>
                    <a:pt x="905761" y="862047"/>
                  </a:lnTo>
                  <a:lnTo>
                    <a:pt x="900307" y="853965"/>
                  </a:lnTo>
                  <a:lnTo>
                    <a:pt x="898307" y="844069"/>
                  </a:lnTo>
                  <a:lnTo>
                    <a:pt x="900307" y="834173"/>
                  </a:lnTo>
                  <a:lnTo>
                    <a:pt x="905761" y="826091"/>
                  </a:lnTo>
                  <a:lnTo>
                    <a:pt x="913850" y="820642"/>
                  </a:lnTo>
                  <a:lnTo>
                    <a:pt x="923755" y="818644"/>
                  </a:lnTo>
                  <a:lnTo>
                    <a:pt x="933660" y="820642"/>
                  </a:lnTo>
                  <a:lnTo>
                    <a:pt x="941749" y="826091"/>
                  </a:lnTo>
                  <a:lnTo>
                    <a:pt x="947202" y="834173"/>
                  </a:lnTo>
                  <a:lnTo>
                    <a:pt x="949202" y="844069"/>
                  </a:lnTo>
                  <a:lnTo>
                    <a:pt x="947202" y="853965"/>
                  </a:lnTo>
                  <a:lnTo>
                    <a:pt x="941749" y="862047"/>
                  </a:lnTo>
                  <a:lnTo>
                    <a:pt x="933660" y="867496"/>
                  </a:lnTo>
                  <a:lnTo>
                    <a:pt x="923755" y="869494"/>
                  </a:lnTo>
                  <a:close/>
                </a:path>
                <a:path w="949325" h="9906000">
                  <a:moveTo>
                    <a:pt x="25447" y="8268222"/>
                  </a:moveTo>
                  <a:lnTo>
                    <a:pt x="15542" y="8266224"/>
                  </a:lnTo>
                  <a:lnTo>
                    <a:pt x="7453" y="8260775"/>
                  </a:lnTo>
                  <a:lnTo>
                    <a:pt x="1999" y="8252693"/>
                  </a:lnTo>
                  <a:lnTo>
                    <a:pt x="0" y="8242797"/>
                  </a:lnTo>
                  <a:lnTo>
                    <a:pt x="1999" y="8232900"/>
                  </a:lnTo>
                  <a:lnTo>
                    <a:pt x="7453" y="8224819"/>
                  </a:lnTo>
                  <a:lnTo>
                    <a:pt x="15542" y="8219370"/>
                  </a:lnTo>
                  <a:lnTo>
                    <a:pt x="25447" y="8217371"/>
                  </a:lnTo>
                  <a:lnTo>
                    <a:pt x="35352" y="8219370"/>
                  </a:lnTo>
                  <a:lnTo>
                    <a:pt x="43441" y="8224819"/>
                  </a:lnTo>
                  <a:lnTo>
                    <a:pt x="48895" y="8232900"/>
                  </a:lnTo>
                  <a:lnTo>
                    <a:pt x="50895" y="8242797"/>
                  </a:lnTo>
                  <a:lnTo>
                    <a:pt x="48895" y="8252693"/>
                  </a:lnTo>
                  <a:lnTo>
                    <a:pt x="43441" y="8260775"/>
                  </a:lnTo>
                  <a:lnTo>
                    <a:pt x="35352" y="8266224"/>
                  </a:lnTo>
                  <a:lnTo>
                    <a:pt x="25447" y="8268222"/>
                  </a:lnTo>
                  <a:close/>
                </a:path>
                <a:path w="949325" h="9906000">
                  <a:moveTo>
                    <a:pt x="917333" y="8268222"/>
                  </a:moveTo>
                  <a:lnTo>
                    <a:pt x="907428" y="8266224"/>
                  </a:lnTo>
                  <a:lnTo>
                    <a:pt x="899339" y="8260775"/>
                  </a:lnTo>
                  <a:lnTo>
                    <a:pt x="893886" y="8252693"/>
                  </a:lnTo>
                  <a:lnTo>
                    <a:pt x="891886" y="8242797"/>
                  </a:lnTo>
                  <a:lnTo>
                    <a:pt x="893886" y="8232900"/>
                  </a:lnTo>
                  <a:lnTo>
                    <a:pt x="899339" y="8224819"/>
                  </a:lnTo>
                  <a:lnTo>
                    <a:pt x="907428" y="8219370"/>
                  </a:lnTo>
                  <a:lnTo>
                    <a:pt x="917333" y="8217371"/>
                  </a:lnTo>
                  <a:lnTo>
                    <a:pt x="927238" y="8219370"/>
                  </a:lnTo>
                  <a:lnTo>
                    <a:pt x="935327" y="8224819"/>
                  </a:lnTo>
                  <a:lnTo>
                    <a:pt x="940781" y="8232900"/>
                  </a:lnTo>
                  <a:lnTo>
                    <a:pt x="942781" y="8242797"/>
                  </a:lnTo>
                  <a:lnTo>
                    <a:pt x="940781" y="8252693"/>
                  </a:lnTo>
                  <a:lnTo>
                    <a:pt x="935327" y="8260775"/>
                  </a:lnTo>
                  <a:lnTo>
                    <a:pt x="927238" y="8266224"/>
                  </a:lnTo>
                  <a:lnTo>
                    <a:pt x="917333" y="8268222"/>
                  </a:lnTo>
                  <a:close/>
                </a:path>
                <a:path w="949325" h="9906000">
                  <a:moveTo>
                    <a:pt x="31869" y="1688138"/>
                  </a:moveTo>
                  <a:lnTo>
                    <a:pt x="21964" y="1686140"/>
                  </a:lnTo>
                  <a:lnTo>
                    <a:pt x="13875" y="1680691"/>
                  </a:lnTo>
                  <a:lnTo>
                    <a:pt x="8421" y="1672609"/>
                  </a:lnTo>
                  <a:lnTo>
                    <a:pt x="6421" y="1662713"/>
                  </a:lnTo>
                  <a:lnTo>
                    <a:pt x="8421" y="1652817"/>
                  </a:lnTo>
                  <a:lnTo>
                    <a:pt x="13875" y="1644735"/>
                  </a:lnTo>
                  <a:lnTo>
                    <a:pt x="21964" y="1639286"/>
                  </a:lnTo>
                  <a:lnTo>
                    <a:pt x="31869" y="1637288"/>
                  </a:lnTo>
                  <a:lnTo>
                    <a:pt x="41774" y="1639286"/>
                  </a:lnTo>
                  <a:lnTo>
                    <a:pt x="49863" y="1644735"/>
                  </a:lnTo>
                  <a:lnTo>
                    <a:pt x="55316" y="1652817"/>
                  </a:lnTo>
                  <a:lnTo>
                    <a:pt x="57316" y="1662713"/>
                  </a:lnTo>
                  <a:lnTo>
                    <a:pt x="55316" y="1672609"/>
                  </a:lnTo>
                  <a:lnTo>
                    <a:pt x="49863" y="1680691"/>
                  </a:lnTo>
                  <a:lnTo>
                    <a:pt x="41774" y="1686140"/>
                  </a:lnTo>
                  <a:lnTo>
                    <a:pt x="31869" y="1688138"/>
                  </a:lnTo>
                  <a:close/>
                </a:path>
                <a:path w="949325" h="9906000">
                  <a:moveTo>
                    <a:pt x="923755" y="1688138"/>
                  </a:moveTo>
                  <a:lnTo>
                    <a:pt x="913850" y="1686140"/>
                  </a:lnTo>
                  <a:lnTo>
                    <a:pt x="905761" y="1680691"/>
                  </a:lnTo>
                  <a:lnTo>
                    <a:pt x="900307" y="1672609"/>
                  </a:lnTo>
                  <a:lnTo>
                    <a:pt x="898307" y="1662713"/>
                  </a:lnTo>
                  <a:lnTo>
                    <a:pt x="900307" y="1652817"/>
                  </a:lnTo>
                  <a:lnTo>
                    <a:pt x="905761" y="1644735"/>
                  </a:lnTo>
                  <a:lnTo>
                    <a:pt x="913850" y="1639286"/>
                  </a:lnTo>
                  <a:lnTo>
                    <a:pt x="923755" y="1637288"/>
                  </a:lnTo>
                  <a:lnTo>
                    <a:pt x="933660" y="1639286"/>
                  </a:lnTo>
                  <a:lnTo>
                    <a:pt x="941749" y="1644735"/>
                  </a:lnTo>
                  <a:lnTo>
                    <a:pt x="947202" y="1652817"/>
                  </a:lnTo>
                  <a:lnTo>
                    <a:pt x="949202" y="1662713"/>
                  </a:lnTo>
                  <a:lnTo>
                    <a:pt x="947202" y="1672609"/>
                  </a:lnTo>
                  <a:lnTo>
                    <a:pt x="941749" y="1680691"/>
                  </a:lnTo>
                  <a:lnTo>
                    <a:pt x="933660" y="1686140"/>
                  </a:lnTo>
                  <a:lnTo>
                    <a:pt x="923755" y="1688138"/>
                  </a:lnTo>
                  <a:close/>
                </a:path>
                <a:path w="949325" h="9906000">
                  <a:moveTo>
                    <a:pt x="25447" y="9086864"/>
                  </a:moveTo>
                  <a:lnTo>
                    <a:pt x="15542" y="9084866"/>
                  </a:lnTo>
                  <a:lnTo>
                    <a:pt x="7453" y="9079417"/>
                  </a:lnTo>
                  <a:lnTo>
                    <a:pt x="1999" y="9071335"/>
                  </a:lnTo>
                  <a:lnTo>
                    <a:pt x="0" y="9061438"/>
                  </a:lnTo>
                  <a:lnTo>
                    <a:pt x="1999" y="9051542"/>
                  </a:lnTo>
                  <a:lnTo>
                    <a:pt x="7453" y="9043460"/>
                  </a:lnTo>
                  <a:lnTo>
                    <a:pt x="15542" y="9038011"/>
                  </a:lnTo>
                  <a:lnTo>
                    <a:pt x="25447" y="9036013"/>
                  </a:lnTo>
                  <a:lnTo>
                    <a:pt x="35352" y="9038011"/>
                  </a:lnTo>
                  <a:lnTo>
                    <a:pt x="43441" y="9043460"/>
                  </a:lnTo>
                  <a:lnTo>
                    <a:pt x="48895" y="9051542"/>
                  </a:lnTo>
                  <a:lnTo>
                    <a:pt x="50895" y="9061438"/>
                  </a:lnTo>
                  <a:lnTo>
                    <a:pt x="48895" y="9071335"/>
                  </a:lnTo>
                  <a:lnTo>
                    <a:pt x="43441" y="9079417"/>
                  </a:lnTo>
                  <a:lnTo>
                    <a:pt x="35352" y="9084866"/>
                  </a:lnTo>
                  <a:lnTo>
                    <a:pt x="25447" y="9086864"/>
                  </a:lnTo>
                  <a:close/>
                </a:path>
                <a:path w="949325" h="9906000">
                  <a:moveTo>
                    <a:pt x="917333" y="9086864"/>
                  </a:moveTo>
                  <a:lnTo>
                    <a:pt x="907428" y="9084866"/>
                  </a:lnTo>
                  <a:lnTo>
                    <a:pt x="899339" y="9079417"/>
                  </a:lnTo>
                  <a:lnTo>
                    <a:pt x="893886" y="9071335"/>
                  </a:lnTo>
                  <a:lnTo>
                    <a:pt x="891886" y="9061438"/>
                  </a:lnTo>
                  <a:lnTo>
                    <a:pt x="893886" y="9051542"/>
                  </a:lnTo>
                  <a:lnTo>
                    <a:pt x="899339" y="9043460"/>
                  </a:lnTo>
                  <a:lnTo>
                    <a:pt x="907428" y="9038011"/>
                  </a:lnTo>
                  <a:lnTo>
                    <a:pt x="917333" y="9036013"/>
                  </a:lnTo>
                  <a:lnTo>
                    <a:pt x="927238" y="9038011"/>
                  </a:lnTo>
                  <a:lnTo>
                    <a:pt x="935327" y="9043460"/>
                  </a:lnTo>
                  <a:lnTo>
                    <a:pt x="940781" y="9051542"/>
                  </a:lnTo>
                  <a:lnTo>
                    <a:pt x="942781" y="9061438"/>
                  </a:lnTo>
                  <a:lnTo>
                    <a:pt x="940781" y="9071335"/>
                  </a:lnTo>
                  <a:lnTo>
                    <a:pt x="935327" y="9079417"/>
                  </a:lnTo>
                  <a:lnTo>
                    <a:pt x="927238" y="9084866"/>
                  </a:lnTo>
                  <a:lnTo>
                    <a:pt x="917333" y="9086864"/>
                  </a:lnTo>
                  <a:close/>
                </a:path>
                <a:path w="949325" h="9906000">
                  <a:moveTo>
                    <a:pt x="31869" y="2506779"/>
                  </a:moveTo>
                  <a:lnTo>
                    <a:pt x="21964" y="2504781"/>
                  </a:lnTo>
                  <a:lnTo>
                    <a:pt x="13875" y="2499332"/>
                  </a:lnTo>
                  <a:lnTo>
                    <a:pt x="8421" y="2491251"/>
                  </a:lnTo>
                  <a:lnTo>
                    <a:pt x="6421" y="2481354"/>
                  </a:lnTo>
                  <a:lnTo>
                    <a:pt x="8421" y="2471458"/>
                  </a:lnTo>
                  <a:lnTo>
                    <a:pt x="13875" y="2463376"/>
                  </a:lnTo>
                  <a:lnTo>
                    <a:pt x="21964" y="2457927"/>
                  </a:lnTo>
                  <a:lnTo>
                    <a:pt x="31869" y="2455929"/>
                  </a:lnTo>
                  <a:lnTo>
                    <a:pt x="41774" y="2457927"/>
                  </a:lnTo>
                  <a:lnTo>
                    <a:pt x="49863" y="2463376"/>
                  </a:lnTo>
                  <a:lnTo>
                    <a:pt x="55316" y="2471458"/>
                  </a:lnTo>
                  <a:lnTo>
                    <a:pt x="57316" y="2481354"/>
                  </a:lnTo>
                  <a:lnTo>
                    <a:pt x="55316" y="2491251"/>
                  </a:lnTo>
                  <a:lnTo>
                    <a:pt x="49863" y="2499332"/>
                  </a:lnTo>
                  <a:lnTo>
                    <a:pt x="41774" y="2504781"/>
                  </a:lnTo>
                  <a:lnTo>
                    <a:pt x="31869" y="2506779"/>
                  </a:lnTo>
                  <a:close/>
                </a:path>
                <a:path w="949325" h="9906000">
                  <a:moveTo>
                    <a:pt x="923755" y="2506779"/>
                  </a:moveTo>
                  <a:lnTo>
                    <a:pt x="913850" y="2504781"/>
                  </a:lnTo>
                  <a:lnTo>
                    <a:pt x="905761" y="2499332"/>
                  </a:lnTo>
                  <a:lnTo>
                    <a:pt x="900307" y="2491251"/>
                  </a:lnTo>
                  <a:lnTo>
                    <a:pt x="898307" y="2481354"/>
                  </a:lnTo>
                  <a:lnTo>
                    <a:pt x="900307" y="2471458"/>
                  </a:lnTo>
                  <a:lnTo>
                    <a:pt x="905761" y="2463376"/>
                  </a:lnTo>
                  <a:lnTo>
                    <a:pt x="913850" y="2457927"/>
                  </a:lnTo>
                  <a:lnTo>
                    <a:pt x="923755" y="2455929"/>
                  </a:lnTo>
                  <a:lnTo>
                    <a:pt x="933660" y="2457927"/>
                  </a:lnTo>
                  <a:lnTo>
                    <a:pt x="941749" y="2463376"/>
                  </a:lnTo>
                  <a:lnTo>
                    <a:pt x="947203" y="2471458"/>
                  </a:lnTo>
                  <a:lnTo>
                    <a:pt x="949202" y="2481354"/>
                  </a:lnTo>
                  <a:lnTo>
                    <a:pt x="947202" y="2491251"/>
                  </a:lnTo>
                  <a:lnTo>
                    <a:pt x="941749" y="2499332"/>
                  </a:lnTo>
                  <a:lnTo>
                    <a:pt x="933660" y="2504781"/>
                  </a:lnTo>
                  <a:lnTo>
                    <a:pt x="923755" y="2506779"/>
                  </a:lnTo>
                  <a:close/>
                </a:path>
                <a:path w="949325" h="9906000">
                  <a:moveTo>
                    <a:pt x="25447" y="9905508"/>
                  </a:moveTo>
                  <a:lnTo>
                    <a:pt x="15542" y="9903510"/>
                  </a:lnTo>
                  <a:lnTo>
                    <a:pt x="7453" y="9898061"/>
                  </a:lnTo>
                  <a:lnTo>
                    <a:pt x="1999" y="9889979"/>
                  </a:lnTo>
                  <a:lnTo>
                    <a:pt x="0" y="9880082"/>
                  </a:lnTo>
                  <a:lnTo>
                    <a:pt x="1999" y="9870186"/>
                  </a:lnTo>
                  <a:lnTo>
                    <a:pt x="7453" y="9862104"/>
                  </a:lnTo>
                  <a:lnTo>
                    <a:pt x="15542" y="9856655"/>
                  </a:lnTo>
                  <a:lnTo>
                    <a:pt x="25447" y="9854657"/>
                  </a:lnTo>
                  <a:lnTo>
                    <a:pt x="35352" y="9856655"/>
                  </a:lnTo>
                  <a:lnTo>
                    <a:pt x="43441" y="9862104"/>
                  </a:lnTo>
                  <a:lnTo>
                    <a:pt x="48895" y="9870186"/>
                  </a:lnTo>
                  <a:lnTo>
                    <a:pt x="50895" y="9880082"/>
                  </a:lnTo>
                  <a:lnTo>
                    <a:pt x="48895" y="9889979"/>
                  </a:lnTo>
                  <a:lnTo>
                    <a:pt x="43441" y="9898061"/>
                  </a:lnTo>
                  <a:lnTo>
                    <a:pt x="35352" y="9903510"/>
                  </a:lnTo>
                  <a:lnTo>
                    <a:pt x="25447" y="9905508"/>
                  </a:lnTo>
                  <a:close/>
                </a:path>
                <a:path w="949325" h="9906000">
                  <a:moveTo>
                    <a:pt x="917333" y="9905508"/>
                  </a:moveTo>
                  <a:lnTo>
                    <a:pt x="907428" y="9903510"/>
                  </a:lnTo>
                  <a:lnTo>
                    <a:pt x="899339" y="9898061"/>
                  </a:lnTo>
                  <a:lnTo>
                    <a:pt x="893886" y="9889979"/>
                  </a:lnTo>
                  <a:lnTo>
                    <a:pt x="891886" y="9880082"/>
                  </a:lnTo>
                  <a:lnTo>
                    <a:pt x="893886" y="9870186"/>
                  </a:lnTo>
                  <a:lnTo>
                    <a:pt x="899339" y="9862104"/>
                  </a:lnTo>
                  <a:lnTo>
                    <a:pt x="907428" y="9856655"/>
                  </a:lnTo>
                  <a:lnTo>
                    <a:pt x="917333" y="9854657"/>
                  </a:lnTo>
                  <a:lnTo>
                    <a:pt x="927238" y="9856655"/>
                  </a:lnTo>
                  <a:lnTo>
                    <a:pt x="935327" y="9862104"/>
                  </a:lnTo>
                  <a:lnTo>
                    <a:pt x="940781" y="9870186"/>
                  </a:lnTo>
                  <a:lnTo>
                    <a:pt x="942781" y="9880082"/>
                  </a:lnTo>
                  <a:lnTo>
                    <a:pt x="940781" y="9889979"/>
                  </a:lnTo>
                  <a:lnTo>
                    <a:pt x="935327" y="9898061"/>
                  </a:lnTo>
                  <a:lnTo>
                    <a:pt x="927238" y="9903510"/>
                  </a:lnTo>
                  <a:lnTo>
                    <a:pt x="917333" y="9905508"/>
                  </a:lnTo>
                  <a:close/>
                </a:path>
                <a:path w="949325" h="9906000">
                  <a:moveTo>
                    <a:pt x="31869" y="3325424"/>
                  </a:moveTo>
                  <a:lnTo>
                    <a:pt x="21964" y="3323425"/>
                  </a:lnTo>
                  <a:lnTo>
                    <a:pt x="13875" y="3317977"/>
                  </a:lnTo>
                  <a:lnTo>
                    <a:pt x="8421" y="3309895"/>
                  </a:lnTo>
                  <a:lnTo>
                    <a:pt x="6421" y="3299999"/>
                  </a:lnTo>
                  <a:lnTo>
                    <a:pt x="8421" y="3290102"/>
                  </a:lnTo>
                  <a:lnTo>
                    <a:pt x="13875" y="3282021"/>
                  </a:lnTo>
                  <a:lnTo>
                    <a:pt x="21964" y="3276572"/>
                  </a:lnTo>
                  <a:lnTo>
                    <a:pt x="31869" y="3274574"/>
                  </a:lnTo>
                  <a:lnTo>
                    <a:pt x="41774" y="3276572"/>
                  </a:lnTo>
                  <a:lnTo>
                    <a:pt x="49863" y="3282021"/>
                  </a:lnTo>
                  <a:lnTo>
                    <a:pt x="55316" y="3290102"/>
                  </a:lnTo>
                  <a:lnTo>
                    <a:pt x="57316" y="3299999"/>
                  </a:lnTo>
                  <a:lnTo>
                    <a:pt x="55316" y="3309895"/>
                  </a:lnTo>
                  <a:lnTo>
                    <a:pt x="49863" y="3317977"/>
                  </a:lnTo>
                  <a:lnTo>
                    <a:pt x="41774" y="3323425"/>
                  </a:lnTo>
                  <a:lnTo>
                    <a:pt x="31869" y="3325424"/>
                  </a:lnTo>
                  <a:close/>
                </a:path>
                <a:path w="949325" h="9906000">
                  <a:moveTo>
                    <a:pt x="923755" y="3325424"/>
                  </a:moveTo>
                  <a:lnTo>
                    <a:pt x="913850" y="3323425"/>
                  </a:lnTo>
                  <a:lnTo>
                    <a:pt x="905761" y="3317977"/>
                  </a:lnTo>
                  <a:lnTo>
                    <a:pt x="900307" y="3309895"/>
                  </a:lnTo>
                  <a:lnTo>
                    <a:pt x="898307" y="3299999"/>
                  </a:lnTo>
                  <a:lnTo>
                    <a:pt x="900307" y="3290102"/>
                  </a:lnTo>
                  <a:lnTo>
                    <a:pt x="905761" y="3282021"/>
                  </a:lnTo>
                  <a:lnTo>
                    <a:pt x="913850" y="3276572"/>
                  </a:lnTo>
                  <a:lnTo>
                    <a:pt x="923755" y="3274574"/>
                  </a:lnTo>
                  <a:lnTo>
                    <a:pt x="933660" y="3276572"/>
                  </a:lnTo>
                  <a:lnTo>
                    <a:pt x="941749" y="3282021"/>
                  </a:lnTo>
                  <a:lnTo>
                    <a:pt x="947203" y="3290102"/>
                  </a:lnTo>
                  <a:lnTo>
                    <a:pt x="949202" y="3299999"/>
                  </a:lnTo>
                  <a:lnTo>
                    <a:pt x="947202" y="3309895"/>
                  </a:lnTo>
                  <a:lnTo>
                    <a:pt x="941749" y="3317977"/>
                  </a:lnTo>
                  <a:lnTo>
                    <a:pt x="933660" y="3323425"/>
                  </a:lnTo>
                  <a:lnTo>
                    <a:pt x="923755" y="3325424"/>
                  </a:lnTo>
                  <a:close/>
                </a:path>
                <a:path w="949325" h="9906000">
                  <a:moveTo>
                    <a:pt x="31869" y="4144068"/>
                  </a:moveTo>
                  <a:lnTo>
                    <a:pt x="21964" y="4142070"/>
                  </a:lnTo>
                  <a:lnTo>
                    <a:pt x="13875" y="4136621"/>
                  </a:lnTo>
                  <a:lnTo>
                    <a:pt x="8421" y="4128539"/>
                  </a:lnTo>
                  <a:lnTo>
                    <a:pt x="6421" y="4118643"/>
                  </a:lnTo>
                  <a:lnTo>
                    <a:pt x="8422" y="4108745"/>
                  </a:lnTo>
                  <a:lnTo>
                    <a:pt x="13877" y="4100664"/>
                  </a:lnTo>
                  <a:lnTo>
                    <a:pt x="21966" y="4095216"/>
                  </a:lnTo>
                  <a:lnTo>
                    <a:pt x="31869" y="4093218"/>
                  </a:lnTo>
                  <a:lnTo>
                    <a:pt x="41775" y="4095216"/>
                  </a:lnTo>
                  <a:lnTo>
                    <a:pt x="49863" y="4100665"/>
                  </a:lnTo>
                  <a:lnTo>
                    <a:pt x="55317" y="4108747"/>
                  </a:lnTo>
                  <a:lnTo>
                    <a:pt x="57316" y="4118643"/>
                  </a:lnTo>
                  <a:lnTo>
                    <a:pt x="55316" y="4128539"/>
                  </a:lnTo>
                  <a:lnTo>
                    <a:pt x="49863" y="4136621"/>
                  </a:lnTo>
                  <a:lnTo>
                    <a:pt x="41774" y="4142070"/>
                  </a:lnTo>
                  <a:lnTo>
                    <a:pt x="31869" y="4144068"/>
                  </a:lnTo>
                  <a:close/>
                </a:path>
                <a:path w="949325" h="9906000">
                  <a:moveTo>
                    <a:pt x="923755" y="4144068"/>
                  </a:moveTo>
                  <a:lnTo>
                    <a:pt x="913850" y="4142070"/>
                  </a:lnTo>
                  <a:lnTo>
                    <a:pt x="905761" y="4136621"/>
                  </a:lnTo>
                  <a:lnTo>
                    <a:pt x="900307" y="4128539"/>
                  </a:lnTo>
                  <a:lnTo>
                    <a:pt x="898307" y="4118643"/>
                  </a:lnTo>
                  <a:lnTo>
                    <a:pt x="900308" y="4108745"/>
                  </a:lnTo>
                  <a:lnTo>
                    <a:pt x="905763" y="4100664"/>
                  </a:lnTo>
                  <a:lnTo>
                    <a:pt x="913852" y="4095216"/>
                  </a:lnTo>
                  <a:lnTo>
                    <a:pt x="923755" y="4093218"/>
                  </a:lnTo>
                  <a:lnTo>
                    <a:pt x="933661" y="4095216"/>
                  </a:lnTo>
                  <a:lnTo>
                    <a:pt x="941750" y="4100665"/>
                  </a:lnTo>
                  <a:lnTo>
                    <a:pt x="947203" y="4108747"/>
                  </a:lnTo>
                  <a:lnTo>
                    <a:pt x="949202" y="4118643"/>
                  </a:lnTo>
                  <a:lnTo>
                    <a:pt x="947202" y="4128539"/>
                  </a:lnTo>
                  <a:lnTo>
                    <a:pt x="941749" y="4136621"/>
                  </a:lnTo>
                  <a:lnTo>
                    <a:pt x="933660" y="4142070"/>
                  </a:lnTo>
                  <a:lnTo>
                    <a:pt x="923755" y="4144068"/>
                  </a:lnTo>
                  <a:close/>
                </a:path>
                <a:path w="949325" h="9906000">
                  <a:moveTo>
                    <a:pt x="31869" y="4962709"/>
                  </a:moveTo>
                  <a:lnTo>
                    <a:pt x="21964" y="4960711"/>
                  </a:lnTo>
                  <a:lnTo>
                    <a:pt x="13875" y="4955262"/>
                  </a:lnTo>
                  <a:lnTo>
                    <a:pt x="8421" y="4947180"/>
                  </a:lnTo>
                  <a:lnTo>
                    <a:pt x="6421" y="4937284"/>
                  </a:lnTo>
                  <a:lnTo>
                    <a:pt x="8421" y="4927388"/>
                  </a:lnTo>
                  <a:lnTo>
                    <a:pt x="13875" y="4919306"/>
                  </a:lnTo>
                  <a:lnTo>
                    <a:pt x="21964" y="4913857"/>
                  </a:lnTo>
                  <a:lnTo>
                    <a:pt x="31869" y="4911859"/>
                  </a:lnTo>
                  <a:lnTo>
                    <a:pt x="41774" y="4913857"/>
                  </a:lnTo>
                  <a:lnTo>
                    <a:pt x="49863" y="4919306"/>
                  </a:lnTo>
                  <a:lnTo>
                    <a:pt x="55316" y="4927388"/>
                  </a:lnTo>
                  <a:lnTo>
                    <a:pt x="57316" y="4937284"/>
                  </a:lnTo>
                  <a:lnTo>
                    <a:pt x="55316" y="4947180"/>
                  </a:lnTo>
                  <a:lnTo>
                    <a:pt x="49863" y="4955262"/>
                  </a:lnTo>
                  <a:lnTo>
                    <a:pt x="41774" y="4960711"/>
                  </a:lnTo>
                  <a:lnTo>
                    <a:pt x="31869" y="4962709"/>
                  </a:lnTo>
                  <a:close/>
                </a:path>
                <a:path w="949325" h="9906000">
                  <a:moveTo>
                    <a:pt x="923755" y="4962709"/>
                  </a:moveTo>
                  <a:lnTo>
                    <a:pt x="913850" y="4960711"/>
                  </a:lnTo>
                  <a:lnTo>
                    <a:pt x="905761" y="4955262"/>
                  </a:lnTo>
                  <a:lnTo>
                    <a:pt x="900307" y="4947180"/>
                  </a:lnTo>
                  <a:lnTo>
                    <a:pt x="898307" y="4937284"/>
                  </a:lnTo>
                  <a:lnTo>
                    <a:pt x="900307" y="4927388"/>
                  </a:lnTo>
                  <a:lnTo>
                    <a:pt x="905761" y="4919306"/>
                  </a:lnTo>
                  <a:lnTo>
                    <a:pt x="913850" y="4913857"/>
                  </a:lnTo>
                  <a:lnTo>
                    <a:pt x="923755" y="4911859"/>
                  </a:lnTo>
                  <a:lnTo>
                    <a:pt x="933660" y="4913857"/>
                  </a:lnTo>
                  <a:lnTo>
                    <a:pt x="941749" y="4919306"/>
                  </a:lnTo>
                  <a:lnTo>
                    <a:pt x="947202" y="4927388"/>
                  </a:lnTo>
                  <a:lnTo>
                    <a:pt x="949202" y="4937284"/>
                  </a:lnTo>
                  <a:lnTo>
                    <a:pt x="947202" y="4947180"/>
                  </a:lnTo>
                  <a:lnTo>
                    <a:pt x="941749" y="4955262"/>
                  </a:lnTo>
                  <a:lnTo>
                    <a:pt x="933660" y="4960711"/>
                  </a:lnTo>
                  <a:lnTo>
                    <a:pt x="923755" y="4962709"/>
                  </a:lnTo>
                  <a:close/>
                </a:path>
                <a:path w="949325" h="9906000">
                  <a:moveTo>
                    <a:pt x="31869" y="5781353"/>
                  </a:moveTo>
                  <a:lnTo>
                    <a:pt x="21964" y="5779355"/>
                  </a:lnTo>
                  <a:lnTo>
                    <a:pt x="13875" y="5773906"/>
                  </a:lnTo>
                  <a:lnTo>
                    <a:pt x="8421" y="5765825"/>
                  </a:lnTo>
                  <a:lnTo>
                    <a:pt x="6421" y="5755928"/>
                  </a:lnTo>
                  <a:lnTo>
                    <a:pt x="8421" y="5746032"/>
                  </a:lnTo>
                  <a:lnTo>
                    <a:pt x="13875" y="5737950"/>
                  </a:lnTo>
                  <a:lnTo>
                    <a:pt x="21964" y="5732501"/>
                  </a:lnTo>
                  <a:lnTo>
                    <a:pt x="31869" y="5730503"/>
                  </a:lnTo>
                  <a:lnTo>
                    <a:pt x="41774" y="5732501"/>
                  </a:lnTo>
                  <a:lnTo>
                    <a:pt x="49863" y="5737950"/>
                  </a:lnTo>
                  <a:lnTo>
                    <a:pt x="55316" y="5746032"/>
                  </a:lnTo>
                  <a:lnTo>
                    <a:pt x="57316" y="5755928"/>
                  </a:lnTo>
                  <a:lnTo>
                    <a:pt x="55316" y="5765825"/>
                  </a:lnTo>
                  <a:lnTo>
                    <a:pt x="49863" y="5773906"/>
                  </a:lnTo>
                  <a:lnTo>
                    <a:pt x="41774" y="5779355"/>
                  </a:lnTo>
                  <a:lnTo>
                    <a:pt x="31869" y="5781353"/>
                  </a:lnTo>
                  <a:close/>
                </a:path>
                <a:path w="949325" h="9906000">
                  <a:moveTo>
                    <a:pt x="923755" y="5781353"/>
                  </a:moveTo>
                  <a:lnTo>
                    <a:pt x="913850" y="5779355"/>
                  </a:lnTo>
                  <a:lnTo>
                    <a:pt x="905761" y="5773906"/>
                  </a:lnTo>
                  <a:lnTo>
                    <a:pt x="900307" y="5765825"/>
                  </a:lnTo>
                  <a:lnTo>
                    <a:pt x="898307" y="5755928"/>
                  </a:lnTo>
                  <a:lnTo>
                    <a:pt x="900307" y="5746032"/>
                  </a:lnTo>
                  <a:lnTo>
                    <a:pt x="905761" y="5737950"/>
                  </a:lnTo>
                  <a:lnTo>
                    <a:pt x="913850" y="5732501"/>
                  </a:lnTo>
                  <a:lnTo>
                    <a:pt x="923755" y="5730503"/>
                  </a:lnTo>
                  <a:lnTo>
                    <a:pt x="933660" y="5732501"/>
                  </a:lnTo>
                  <a:lnTo>
                    <a:pt x="941749" y="5737950"/>
                  </a:lnTo>
                  <a:lnTo>
                    <a:pt x="947202" y="5746032"/>
                  </a:lnTo>
                  <a:lnTo>
                    <a:pt x="949202" y="5755928"/>
                  </a:lnTo>
                  <a:lnTo>
                    <a:pt x="947202" y="5765825"/>
                  </a:lnTo>
                  <a:lnTo>
                    <a:pt x="941749" y="5773906"/>
                  </a:lnTo>
                  <a:lnTo>
                    <a:pt x="933660" y="5779355"/>
                  </a:lnTo>
                  <a:lnTo>
                    <a:pt x="923755" y="5781353"/>
                  </a:lnTo>
                  <a:close/>
                </a:path>
                <a:path w="949325" h="9906000">
                  <a:moveTo>
                    <a:pt x="31869" y="6599994"/>
                  </a:moveTo>
                  <a:lnTo>
                    <a:pt x="21964" y="6597996"/>
                  </a:lnTo>
                  <a:lnTo>
                    <a:pt x="13875" y="6592547"/>
                  </a:lnTo>
                  <a:lnTo>
                    <a:pt x="8421" y="6584466"/>
                  </a:lnTo>
                  <a:lnTo>
                    <a:pt x="6421" y="6574569"/>
                  </a:lnTo>
                  <a:lnTo>
                    <a:pt x="8421" y="6564673"/>
                  </a:lnTo>
                  <a:lnTo>
                    <a:pt x="13875" y="6556591"/>
                  </a:lnTo>
                  <a:lnTo>
                    <a:pt x="21964" y="6551142"/>
                  </a:lnTo>
                  <a:lnTo>
                    <a:pt x="31869" y="6549144"/>
                  </a:lnTo>
                  <a:lnTo>
                    <a:pt x="41774" y="6551142"/>
                  </a:lnTo>
                  <a:lnTo>
                    <a:pt x="49863" y="6556591"/>
                  </a:lnTo>
                  <a:lnTo>
                    <a:pt x="55316" y="6564673"/>
                  </a:lnTo>
                  <a:lnTo>
                    <a:pt x="57316" y="6574569"/>
                  </a:lnTo>
                  <a:lnTo>
                    <a:pt x="55316" y="6584466"/>
                  </a:lnTo>
                  <a:lnTo>
                    <a:pt x="49863" y="6592547"/>
                  </a:lnTo>
                  <a:lnTo>
                    <a:pt x="41774" y="6597996"/>
                  </a:lnTo>
                  <a:lnTo>
                    <a:pt x="31869" y="6599994"/>
                  </a:lnTo>
                  <a:close/>
                </a:path>
                <a:path w="949325" h="9906000">
                  <a:moveTo>
                    <a:pt x="923755" y="6599994"/>
                  </a:moveTo>
                  <a:lnTo>
                    <a:pt x="913850" y="6597996"/>
                  </a:lnTo>
                  <a:lnTo>
                    <a:pt x="905761" y="6592547"/>
                  </a:lnTo>
                  <a:lnTo>
                    <a:pt x="900307" y="6584466"/>
                  </a:lnTo>
                  <a:lnTo>
                    <a:pt x="898307" y="6574569"/>
                  </a:lnTo>
                  <a:lnTo>
                    <a:pt x="900307" y="6564673"/>
                  </a:lnTo>
                  <a:lnTo>
                    <a:pt x="905761" y="6556591"/>
                  </a:lnTo>
                  <a:lnTo>
                    <a:pt x="913850" y="6551142"/>
                  </a:lnTo>
                  <a:lnTo>
                    <a:pt x="923755" y="6549144"/>
                  </a:lnTo>
                  <a:lnTo>
                    <a:pt x="933660" y="6551142"/>
                  </a:lnTo>
                  <a:lnTo>
                    <a:pt x="941749" y="6556591"/>
                  </a:lnTo>
                  <a:lnTo>
                    <a:pt x="947203" y="6564673"/>
                  </a:lnTo>
                  <a:lnTo>
                    <a:pt x="949202" y="6574569"/>
                  </a:lnTo>
                  <a:lnTo>
                    <a:pt x="947202" y="6584466"/>
                  </a:lnTo>
                  <a:lnTo>
                    <a:pt x="941749" y="6592547"/>
                  </a:lnTo>
                  <a:lnTo>
                    <a:pt x="933660" y="6597996"/>
                  </a:lnTo>
                  <a:lnTo>
                    <a:pt x="923755" y="6599994"/>
                  </a:lnTo>
                  <a:close/>
                </a:path>
              </a:pathLst>
            </a:custGeom>
            <a:solidFill>
              <a:srgbClr val="FBFD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300"/>
              <a:t>Bibliografía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Edgar Daniel López Carbajal</dc:creator>
  <cp:keywords>DAFreZVvfso,BAFdPRCBxEQ</cp:keywords>
  <dc:title>ACT. 1.1 Investigar los conceptos de vulnerabilidades</dc:title>
  <dcterms:created xsi:type="dcterms:W3CDTF">2023-08-14T02:02:49Z</dcterms:created>
  <dcterms:modified xsi:type="dcterms:W3CDTF">2023-08-14T02:02:49Z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2023-08-14T00:00:00Z</vt:filetime>
  </property>
  <property fmtid="{D5CDD505-2E9C-101B-9397-08002B2CF9AE}" pid="3" name="Creator">
    <vt:lpwstr>Canva</vt:lpwstr>
  </property>
  <property fmtid="{D5CDD505-2E9C-101B-9397-08002B2CF9AE}" pid="4" name="LastSaved">
    <vt:filetime>2023-08-14T00:00:00Z</vt:filetime>
  </property>
</Properties>
</file>